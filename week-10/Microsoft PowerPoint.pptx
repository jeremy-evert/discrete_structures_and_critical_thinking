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4:11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 24575,'-14'0'0,"-7"-1"0,1 2 0,-26 4 0,40-4 0,-1 0 0,1 1 0,0 0 0,0 0 0,0 1 0,0-1 0,0 1 0,0 1 0,1-1 0,0 1 0,-7 6 0,2 0 0,0 1 0,1 1 0,0 0 0,1 0 0,0 1 0,1 0 0,0 0 0,-4 15 0,-3 11 0,-14 65 0,20-65 0,-4 57 0,11-77 0,1 0 0,0 0 0,1 0 0,1-1 0,6 23 0,-7-36 0,1 0 0,0 1 0,0-1 0,1 0 0,-1 0 0,1 0 0,0-1 0,1 1 0,-1-1 0,7 7 0,-4-5 0,1-1 0,0 1 0,1-1 0,-1 0 0,17 7 0,-4-4 0,1 0 0,1-2 0,-1-1 0,31 4 0,-17-5 0,-1-1 0,1-2 0,45-5 0,-78 4 0,1-1 0,0 0 0,-1 0 0,1 0 0,0 0 0,-1 0 0,1 0 0,-1-1 0,0 1 0,0-1 0,1 0 0,-1 1 0,0-1 0,0 0 0,0 0 0,-1-1 0,1 1 0,0 0 0,2-5 0,2-5 0,-1 0 0,8-23 0,-13 34 0,10-32-273,-2 0 0,-1 0 0,-2-1 0,2-66 0,-7 77-6553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4:18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638 8 24575,'-9'0'0,"-1"1"0,0-1 0,0 1 0,0 1 0,0 0 0,1 0 0,-1 1 0,1 0 0,0 1 0,-12 5 0,-4 5 0,1 1 0,-29 22 0,12-5 0,2 2 0,1 1 0,2 2 0,2 1 0,-53 77 0,67-85 0,1 2 0,2 0 0,1 1 0,2 1 0,1 0 0,2 1 0,1 0 0,-10 71 0,18-87 0,1-1 0,0 0 0,2 0 0,0 0 0,1 0 0,1 0 0,7 25 0,-6-31 0,1-1 0,-1 0 0,2 0 0,-1-1 0,2 1 0,-1-1 0,2 0 0,-1-1 0,1 0 0,0 0 0,1-1 0,11 9 0,-10-9 0,1-1 0,0 0 0,0-1 0,1 0 0,0-1 0,0 0 0,0-1 0,1 0 0,14 2 0,-10-3 0,1-2 0,-1 0 0,1 0 0,-1-2 0,1 0 0,18-5 0,1-2 0,-1-2 0,-1-2 0,0-1 0,0-2 0,56-33 0,-58 28 0,-1-1 0,-1-2 0,-1-1 0,-1-2 0,-1-1 0,-1-1 0,-1-1 0,-2-1 0,23-38 0,-13 15 0,50-111 0,-72 134 0,-1 0 0,-2 0 0,0-1 0,-2 0 0,4-55 0,-10 76 0,-1-1 0,0 0 0,-1 1 0,0-1 0,0 1 0,-1 0 0,-1-1 0,-6-15 0,6 18 0,-1 1 0,0 0 0,-1 0 0,1 0 0,-1 0 0,-1 1 0,1 0 0,-1 0 0,0 0 0,0 1 0,-11-7 0,-1 1 0,0 1 0,-1 1 0,0 0 0,0 2 0,-1 0 0,0 1 0,0 1 0,0 1 0,-1 1 0,-37-2 0,28 5 0,0 1 0,0 2 0,1 1 0,-1 1 0,1 1 0,-54 19 0,59-15-124,0 1 0,1 1 0,0 1 0,1 0 0,1 2 0,0 1-1,1 0 1,1 2 0,0 0 0,-29 38 0,27-27-6702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5:44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894 1 24575,'0'0'0,"-1"0"0,-1 0 0,1 1 0,-1-1 0,1 1 0,-1-1 0,1 1 0,0 0 0,-3 1 0,-3 2 0,-89 44 0,3 4 0,2 4 0,-123 99 0,163-114 0,2 3 0,-75 85 0,107-108 0,1 1 0,1 0 0,1 1 0,1 0 0,1 1 0,1 1 0,1 0 0,1 0 0,-8 39 0,9-17 0,2 1 0,2 0 0,3 0 0,1 0 0,3 0 0,9 48 0,-7-69 0,2-1 0,2 1 0,0-2 0,1 1 0,2-1 0,0-1 0,32 45 0,-18-34 0,2-1 0,1-1 0,2-1 0,41 33 0,-49-48 0,0 0 0,0-2 0,1 0 0,1-2 0,1-1 0,0 0 0,0-2 0,1-1 0,0-2 0,0 0 0,1-2 0,38 3 0,13-4 0,0-3 0,0-3 0,0-4 0,0-3 0,-1-4 0,0-3 0,-2-4 0,139-54 0,-141 42 0,-1-3 0,73-48 0,-106 56 0,-1-1 0,-2-1 0,-1-2 0,61-69 0,-76 75 0,-1-1 0,-2-1 0,0-1 0,-2 0 0,20-46 0,-30 57 0,0-1 0,-1 0 0,-1 0 0,0 0 0,-1-1 0,-1 1 0,-1-1 0,-1 1 0,-1-1 0,0 1 0,-5-23 0,1 19 0,-2 0 0,0 1 0,-1-1 0,-1 1 0,-1 1 0,-14-22 0,3 10 0,-2 2 0,-48-53 0,37 50 0,-1 1 0,-1 2 0,-2 2 0,-49-28 0,32 26 0,-1 2 0,-98-34 0,19 14 0,33 11 0,-154-37 0,229 69-227,0 1-1,0 1 1,0 2-1,-1 0 1,-53 7-1,35 2-6598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16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2001 77 24575,'0'0'0,"-4"-1"0,0 1 0,0-1 0,0 0 0,0-1 0,0 1 0,-5-3 0,-7-3 0,-33-8 0,-1 2 0,-1 2 0,0 3 0,0 1 0,0 3 0,-1 2 0,0 3 0,-61 7 0,49 1 0,0 3 0,1 3 0,1 2 0,1 3 0,0 2 0,-110 59 0,89-33 0,2 3 0,2 3 0,-91 82 0,123-92 0,2 1 0,2 2 0,1 2 0,3 1 0,-59 107 0,68-100 0,2 1 0,4 1 0,2 2 0,-21 95 0,32-101 0,2 0 0,3 1 0,2-1 0,3 1 0,9 83 0,-4-110 0,0 0 0,2-1 0,2 0 0,0 0 0,2-1 0,1 0 0,1-1 0,1 0 0,1-1 0,1-1 0,2 0 0,23 25 0,-17-25 0,1 0 0,1-2 0,1 0 0,1-2 0,0-1 0,2-1 0,0-2 0,1-1 0,1-1 0,36 10 0,-7-7 0,2-3 0,72 7 0,130-4 0,-108-16 0,-1-7 0,205-34 0,-43-33 0,-8-31 0,-208 64 0,-2-4 0,-2-5 0,98-65 0,-133 72 0,-3-3 0,-1-3 0,-3-2 0,-1-2 0,63-80 0,-79 82 0,-1-2 0,-3-2 0,-3-1 0,50-113 0,-71 138 0,-1 0 0,-1-1 0,-1 0 0,-2-1 0,-1 0 0,-2 0 0,-1 0 0,-2 0 0,0 0 0,-3 0 0,-10-54 0,7 62 0,-1 0 0,-1 0 0,-2 1 0,0 0 0,-1 1 0,-19-27 0,11 21 0,-1 2 0,-1 1 0,-2 1 0,-31-28 0,10 17 0,-2 2 0,-1 2 0,-2 2 0,0 2 0,-75-29 0,72 37 0,-2 2 0,0 3 0,-1 2 0,-75-7 0,-228 1 0,290 17 0,31 0-93,-431 4-1179,413 0-5554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0:02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1761 154 24575,'-15'-16'0,"8"10"0,1 1 0,-1 0 0,0 0 0,0 1 0,0-1 0,-1 2 0,1-1 0,-1 1 0,-11-3 0,7 3 0,0 1 0,0 0 0,0 1 0,0 0 0,-23 2 0,7 3 0,1 0 0,-1 2 0,2 2 0,-53 20 0,15 1 0,0 3 0,2 3 0,-101 75 0,64-32 0,-111 115 0,115-95 0,-160 216 0,200-233 0,4 2 0,3 3 0,-56 137 0,80-157 0,2 1 0,4 1 0,-18 130 0,30-141 0,3 0 0,2 0 0,3 0 0,2 0 0,15 69 0,-13-99 0,1 0 0,1-1 0,2 1 0,0-2 0,2 1 0,1-2 0,26 38 0,-25-43 0,1 0 0,1-1 0,1-1 0,0-1 0,1 0 0,1-1 0,0-1 0,1-1 0,26 13 0,-4-8 0,0-1 0,0-2 0,2-2 0,0-2 0,82 10 0,-46-14 0,0-3 0,115-11 0,-4-13 0,-2-8 0,-1-8 0,-1-9 0,-3-7 0,-3-9 0,326-157 0,-409 167 0,-1-5 0,-3-4 0,129-107 0,-169 119 0,-2-2 0,56-71 0,-74 76 0,-1-1 0,-3-2 0,35-72 0,-49 82 0,-1 0 0,-2-1 0,-1 0 0,-3-1 0,-1 0 0,-1-1 0,-3 0 0,-1 0 0,-3 0 0,-1 0 0,-1 0 0,-3 1 0,-1-1 0,-2 1 0,-2 0 0,-2 1 0,-1 0 0,-2 0 0,-1 2 0,-23-37 0,15 34 0,-1 1 0,-2 1 0,-2 1 0,-1 1 0,-2 2 0,-1 1 0,-2 2 0,-1 1 0,-2 1 0,0 3 0,-63-33 0,12 17 0,-1 4 0,-2 5 0,-127-30 0,104 38 0,-1 6 0,-170-8 0,202 26-341,0 3 0,0 4-1,-128 25 1,124-12-6485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0:12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0 24575,'0'0'0,"0"0"0,0 0 0,0 0 0,0 0 0,-6 21 0,-2 20 0,3 1 0,-1 69 0,4-58 0,-24 358 0,-38-1 0,55-376-83,4-15-238,0 1 1,2 0-1,-2 26 1,5-27-6506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0:13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1149 0 24575,'-4'9'0,"-210"381"-31,148-276-250,-663 1140-1278,697-1203 1528,10-16 117,1 1-1,2 1 1,-18 47 0,36-82-73,1 0 0,-1 0 0,0 1 0,1-1 0,-1 0-1,1 1 1,0-1 0,0 0 0,0 0 0,0 1 0,0-1 0,1 0 0,-1 1 0,1 2 0,6 10-6839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0:13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82 24575,'8'-4'0,"21"-8"0,0 2 0,44-10 0,63-4 0,-119 21 0,62-5 0,-72 7 0,0 1 0,-1 1 0,1-1 0,0 1 0,0 0 0,0 1 0,-1-1 0,13 6 0,-17-6 0,0 0 0,-1 0 0,1 0 0,0 0 0,-1 1 0,1-1 0,-1 0 0,0 1 0,1-1 0,-1 1 0,0-1 0,0 1 0,0 0 0,0 0 0,0-1 0,0 1 0,-1 0 0,1 0 0,-1 0 0,1 0 0,-1 0 0,0 0 0,1 0 0,-1 0 0,0 2 0,-1 3 0,0 1 0,0-1 0,0 1 0,-1-1 0,-4 12 0,-7 13 0,-1 0 0,-23 38 0,-44 57 0,60-95 0,-259 374 0,280-406 0,-20 30 0,-23 44 0,42-71 0,-1 1 0,1-1 0,-1 0 0,1 0 0,0 1 0,0-1 0,1 1 0,-1-1 0,1 7 0,0-9 0,0 0 0,0 0 0,1 0 0,-1 0 0,1 1 0,-1-1 0,1 0 0,0 0 0,-1 0 0,1 0 0,0 0 0,-1 0 0,1 0 0,0-1 0,0 1 0,0 0 0,0 0 0,0-1 0,0 1 0,0 0 0,0-1 0,0 1 0,1-1 0,-1 1 0,0-1 0,0 0 0,0 0 0,0 1 0,1-1 0,1 0 0,15 1 0,0-1 0,0 0 0,0-2 0,0 0 0,24-6 0,-41 8 0,423-113 57,-130 28-756,-294 85 691,134-27-14,-120 25-145,-1 1 0,1 0 0,-1 1 0,1 1 0,-1 0 0,1 1 0,22 6 1,1 6-6018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0:15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0 373 24575,'14'-5'0,"-7"2"0,63-18 0,144-22 0,-153 33 0,-57 9 0,420-76 0,-6-23 0,-306 65 0,-28 9 0,123-23 0,-204 49 0,2-1 0,-1 0 0,1 1 0,0-1 0,-1 1 0,7 1 0,-11-1 0,1 0 0,0 0 0,-1 0 0,1 1 0,-1-1 0,1 0 0,-1 0 0,1 0 0,-1 1 0,1-1 0,-1 0 0,1 1 0,-1-1 0,1 1 0,-1-1 0,1 0 0,-1 1 0,0-1 0,1 1 0,0 0 0,-1 0 0,0 0 0,0 0 0,0 0 0,0 0 0,0 0 0,0 0 0,0-1 0,0 1 0,0 0 0,0 0 0,-1 0 0,1 0 0,0 0 0,-1 0 0,1 0 0,0-1 0,-2 3 0,-13 19-1365,-5 5-5461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0:15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1 24575,'-3'9'0,"-45"225"0,21 3 0,26-236 0,-21 279 0,20-194 0,11 109 0,-3-147-1365,1-7-5461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0:17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56 24575,'0'0'0,"0"0"0,0 0 0,0 0 0,0 0 0,-4-5 0,-2-6 0,1 3 0,0 0 0,0 0 0,-7-7 0,12 15 0,0 0 0,0 0 0,-1 0 0,1 0 0,0 0 0,0 0 0,0 0 0,0 0 0,0 0 0,0-1 0,0 1 0,0 0 0,0 0 0,0 0 0,0 0 0,0 0 0,0 0 0,0 0 0,0 0 0,-1 0 0,1 0 0,0 0 0,0 0 0,0 0 0,0 0 0,0 0 0,0 0 0,0 0 0,0 0 0,0 0 0,0 0 0,0 0 0,0 0 0,0 0 0,-1 0 0,1 0 0,0 0 0,0 0 0,0 0 0,0 0 0,0 1 0,0-1 0,0 0 0,0 0 0,0 0 0,0 0 0,0 0 0,0 0 0,0 0 0,0 0 0,0 0 0,-2 6 0,2 8 0,1 56 0,-3 1 0,-3 0 0,-4-1 0,-21 88 0,2-49 0,-23 113 0,50-217 0,0 0 0,0 1 0,1-1 0,0 1 0,0-1 0,1 9 0,-1-13 0,0 1 0,1-1 0,-1 0 0,1 1 0,-1-1 0,1 0 0,-1 1 0,1-1 0,0 0 0,0 0 0,0 0 0,0 0 0,0 0 0,0 0 0,0 0 0,0 0 0,0 0 0,0-1 0,0 1 0,1 0 0,-1-1 0,0 1 0,0 0 0,1-1 0,-1 0 0,2 1 0,-1-1-72,0 0 1,0 1-1,0-1 0,0 0 0,0-1 0,1 1 0,-1 0 0,0-1 1,0 1-1,0-1 0,0 1 0,-1-1 0,1 0 0,0 0 0,0 0 1,0 0-1,-1 0 0,4-3 0,19-14-6754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0:18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1482 1 24575,'-11'11'0,"-178"214"0,15 15 0,148-203 0,-612 914-1630,221-253 342,391-652-3985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0:19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1 24575,'0'0'0,"0"0"0,0 0 0,0 0 0,0 0 0,-1 2 0,-10 25 0,1 1 0,1 1 0,-6 34 0,7-26 0,-3 10 0,-80 356 0,82-342-1365,6-35-5461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0:19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0 24575,'-7'8'0,"-24"33"0,2 1 0,-42 83 0,62-108 0,-32 62 0,3 1 0,-37 115 0,62-152 0,1 1 0,3 1 0,1 0 0,3 0 0,1 0 0,3 67 0,2-96 0,1 0 0,0 0 0,1 0 0,1 0 0,1-1 0,9 24 0,-10-32 0,-1 0 0,1 0 0,1 0 0,-1-1 0,1 0 0,0 0 0,1 0 0,0 0 0,-1-1 0,2 0 0,-1 0 0,0-1 0,1 0 0,0 0 0,9 4 0,-4-4 0,0 0 0,0-1 0,1 0 0,-1-1 0,1-1 0,-1 0 0,1 0 0,-1-2 0,1 1 0,-1-1 0,1-1 0,-1 0 0,0-1 0,1-1 0,20-8 0,-21 7 0,-1 0 0,1-1 0,-1-1 0,0 0 0,-1 0 0,0-1 0,0 0 0,0-1 0,-1 0 0,0 0 0,-1-1 0,0 0 0,-1-1 0,0 0 0,8-17 0,-13 24 0,-1 0 0,1 0 0,-1 0 0,0 0 0,0-1 0,0 1 0,-1 0 0,1-1 0,-1 1 0,0-1 0,-2-7 0,2 9 0,-1 0 0,0 0 0,0 1 0,0-1 0,0 1 0,-1-1 0,1 1 0,-1-1 0,0 1 0,1 0 0,-1-1 0,0 1 0,0 0 0,0 0 0,-1 1 0,1-1 0,0 0 0,-1 1 0,-3-2 0,-4-2 0,-1 1 0,1 1 0,-1 0 0,0 0 0,0 1 0,0 1 0,0-1 0,-17 2 0,2 1 0,1 0 0,-43 10 0,53-7-341,-1 0 0,0 1-1,-28 14 1,6 2-6485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4:30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1972 160 24575,'0'0'0,"-1"-1"0,1 0 0,-1-1 0,0 1 0,1 0 0,-1 0 0,0 0 0,0 0 0,0-1 0,-2 0 0,0-2 0,-7-8 0,-1 1 0,0 0 0,-1 0 0,0 1 0,0 1 0,-1 0 0,0 1 0,-1 0 0,0 1 0,0 0 0,-26-7 0,19 8 0,0 2 0,1 0 0,-1 1 0,-1 2 0,1 0 0,0 1 0,0 1 0,-26 4 0,7 3 0,0 1 0,1 2 0,-67 28 0,-102 69 0,121-53 0,2 4 0,3 3 0,3 4 0,3 4 0,3 2 0,3 4 0,3 2 0,-77 121 0,88-109 0,4 3 0,4 2 0,5 1 0,3 3 0,5 1 0,-37 174 0,62-213 0,2-1 0,3 2 0,2-1 0,4 0 0,11 91 0,-4-98 0,2-1 0,3 0 0,2-1 0,3-1 0,1-1 0,39 72 0,-39-90 0,1-1 0,2-1 0,1-1 0,1 0 0,2-2 0,0-1 0,2-1 0,1-2 0,0-1 0,36 20 0,-18-16 0,2-1 0,0-3 0,1-2 0,1-3 0,1-1 0,70 11 0,-1-9 0,1-5 0,194-3 0,-159-18 0,244-42 0,-266 22 0,163-56 0,119-79 0,-278 99 0,-4-5 0,-2-7 0,189-143 0,-262 171 0,-1-3 0,-3-2 0,-1-3 0,-4-2 0,85-125 0,-108 138 0,-2-1 0,-1-2 0,-3-1 0,-2 0 0,-3-1 0,-1-1 0,-3-1 0,-2 0 0,7-81 0,-16 90 0,-2 0 0,-1 0 0,-3 0 0,-1 0 0,-2 1 0,-14-47 0,9 54 0,0 0 0,-3 0 0,0 2 0,-3 0 0,0 1 0,-2 0 0,-34-39 0,22 35 0,-1 2 0,-2 2 0,-2 1 0,0 1 0,-2 2 0,-68-36 0,-270-105 0,303 139 0,-376-139 0,359 141 0,-2 4 0,0 4 0,-100-9 0,60 20 40,-2 5 0,-163 17 0,194-1-411,-1 4-1,2 5 1,-134 45 0,162-40-6455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4:38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1 276 24575,'0'0'0,"0"0"0,1-1 0,772-119 0,-129 17 0,-617 97 0,189-30 0,-168 30 0,0 2 0,73 5 0,-117-1-227,0 0-1,0 1 1,0 0-1,0 0 1,7 2-1,1 3-6598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4:39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0 24575,'-1'10'0,"-52"505"0,-38-4 0,42-199 0,48-311-44,-2 11 213,3-12-206,0 1 1,0-1 0,0 0-1,0 0 1,-1 0 0,1 1-1,0-1 1,0 0 0,-1 0-1,1 0 1,0 0 0,0 1-1,0-1 1,-1 0 0,1 0-1,0 0 1,0 0 0,-1 0-1,1 0 1,0 0 0,-1 0-1,1 0 1,0 0 0,0 0-1,-1 0 1,1 0 0,0 0-1,0 0 1,-1 0 0,1 0-1,0 0 1,0 0 0,-1 0-1,1-1 1,0 1 0,0 0-1,-1 0 1,1 0 0,0 0-1,0-1 1,-9-4-6790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4:47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24575,'-2'16'0,"-9"67"0,5-1 0,5 134 0,36 164 0,-20-246-1365,-13-117-5461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4:47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1311 0 24575,'-7'8'0,"-247"312"0,163-200 0,-84 107-1303,-459 597 1053,606-787 366,-37 49-350,53-67 791,0-1 0,-15 36 0,26-51-662,0-1 0,0 0 0,1 0 0,-1 1 0,1-1 0,-1 0 0,1 1 0,0-1 0,0 0 0,0 1 0,0-1 0,1 3 0,3 10-6721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4:48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1 219 24575,'21'-18'0,"2"0"0,0 1 0,29-15 0,78-32 0,-22 19 0,-92 39 0,1 1 0,-1 1 0,1 1 0,32-3 0,-47 6 0,1 0 0,0 0 0,0 0 0,-1 0 0,1 0 0,0 1 0,-1 0 0,1-1 0,-1 1 0,1 0 0,-1 0 0,1 0 0,-1 1 0,3 1 0,-3-2 0,-1 1 0,1-1 0,-1 1 0,0-1 0,0 1 0,0 0 0,0 0 0,0 0 0,0-1 0,0 1 0,0 0 0,-1 0 0,1 0 0,-1 0 0,1 0 0,-1 0 0,0 0 0,0 0 0,0 4 0,-1 4 0,0 0 0,0-1 0,-1 1 0,0 0 0,-1-1 0,-5 13 0,-30 55 0,37-75 0,-33 59 0,-59 76 0,-54 50 0,7-9 0,136-174 0,1 1 0,-1 0 0,1 0 0,0 0 0,0 0 0,0 0 0,-2 6 0,5-10 0,0 0 0,-1 0 0,1 0 0,0 0 0,0 0 0,0 0 0,0 0 0,0 0 0,0 0 0,0 0 0,0 0 0,1 0 0,-1-1 0,0 1 0,1 0 0,-1 0 0,0 0 0,1 1 0,0-1 0,0 0 0,1 0 0,-1 0 0,0 0 0,0 0 0,0 0 0,1-1 0,-1 1 0,0 0 0,1-1 0,-1 1 0,0-1 0,1 1 0,-1-1 0,3 1 0,12 1 0,0-1 0,0 0 0,0-1 0,0-1 0,22-3 0,83-21 0,-106 22 0,252-75 0,76-15 0,-321 89 0,27-1 0,-43 5 0,0-1 0,1 2 0,-1-1 0,0 1 0,0 0 0,0 0 0,0 1 0,0-1 0,8 5 0,-13-6-124,1 1 0,-1 0 0,1 0 0,-1 0 0,0 0 0,1 1-1,-1-1 1,0 0 0,0 1 0,2 1 0,4 9-6702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4:50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 24575,'-10'35'0,"2"1"0,2 1 0,-4 69 0,7-65 0,-6 88 0,3-30 0,-27 147 0,28-225-1365,0-2-5461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4:51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955 1 24575,'-49'73'0,"-64"128"0,77-134 0,-71 136 0,-299 531 0,386-700 0,-177 318 0,190-338-682,-7 23-1,9-16-6143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4:52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125 165 24575,'9'-17'0,"-1"6"0,1 0 0,0 0 0,1 1 0,0 0 0,1 1 0,20-14 0,-15 13 0,1 0 0,1 0 0,-1 2 0,25-9 0,-36 15 0,0 1 0,0-1 0,11 0 0,-17 1 0,1 1 0,0 0 0,0 0 0,0 0 0,0 0 0,0 0 0,0 0 0,0 0 0,0 0 0,0 1 0,0-1 0,0 0 0,-1 0 0,1 1 0,0-1 0,0 1 0,0-1 0,0 1 0,-1-1 0,1 1 0,0-1 0,0 1 0,-1 0 0,1-1 0,-1 1 0,1 0 0,0-1 0,-1 1 0,1 0 0,-1 0 0,0 0 0,1 0 0,0 1 0,-1 3 0,-1-1 0,1 0 0,0 0 0,-1 0 0,0 0 0,0 1 0,0-1 0,-1 0 0,1 0 0,-1-1 0,-4 8 0,5-9 0,-19 35 0,-2 0 0,-28 35 0,-59 65 0,74-95 0,18-22 0,4-4 0,-18 25 0,31-40 0,-1-1 0,1 1 0,0-1 0,-1 1 0,1-1 0,0 1 0,-1-1 0,1 1 0,0-1 0,0 1 0,-1 0 0,1-1 0,0 1 0,0-1 0,0 1 0,0 0 0,0-1 0,0 1 0,0-1 0,0 1 0,0 0 0,0-1 0,0 1 0,0-1 0,0 1 0,0 0 0,1-1 0,-1 1 0,0-1 0,0 1 0,1-1 0,-1 1 0,0-1 0,1 1 0,-1-1 0,1 1 0,-1-1 0,1 1 0,-1-1 0,1 0 0,-1 1 0,1-1 0,-1 0 0,1 1 0,-1-1 0,1 0 0,-1 0 0,1 1 0,0-1 0,-1 0 0,1 0 0,-1 0 0,1 0 0,0 0 0,-1 0 0,2 0 0,6 1 0,0-1 0,0 0 0,12-2 0,-13 1 0,73-10 0,-47 5 0,-1 2 0,39 0 0,-68 4 0,-1 0 0,0 0 0,1 0 0,-1 0 0,1 1 0,-1-1 0,0 1 0,0 0 0,1 0 0,-1 0 0,0 0 0,4 2 0,-5-2 0,0 0 0,0 0 0,0 1 0,0-1 0,0 0 0,0 1 0,0-1 0,-1 0 0,1 1 0,0-1 0,-1 1 0,1-1 0,-1 1 0,0-1 0,1 1 0,-1-1 0,0 1 0,0 0 0,0-1 0,0 3 0,-1 6 0,-1 0 0,0 0 0,0 0 0,-1-1 0,0 1 0,-1-1 0,-4 10 0,-39 62 0,22-42 0,-3-1 0,-40 43 0,50-62 0,0-1 0,-2-1 0,0 0 0,-1-2 0,-38 22 0,55-35-170,1 0-1,-1-1 0,0 1 1,0-1-1,0 0 0,-1 0 1,-4 0-1,-9 0-6655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4:52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48 24575,'2'0'0,"0"-1"0,0 1 0,0 0 0,-1-1 0,1 1 0,0-1 0,0 0 0,2-1 0,8-2 0,37-8 0,0 2 0,1 3 0,0 1 0,0 3 0,59 4 0,-105-1 0,8 0 0,-1 1 0,1 1 0,16 3 0,-25-4 0,-1-1 0,0 1 0,0 0 0,0 0 0,0 0 0,0 0 0,0 0 0,0 0 0,0 0 0,0 1 0,0-1 0,-1 1 0,1-1 0,0 1 0,-1 0 0,1-1 0,-1 1 0,0 0 0,0 0 0,0 0 0,0 0 0,0 0 0,0 0 0,1 4 0,-2-1 0,1-1 0,-1 0 0,-1 0 0,1 1 0,0-1 0,-1 0 0,0 0 0,0 0 0,-3 7 0,-20 40 0,-9 7 0,-46 61 0,-51 50 0,89-117 0,-16 19 0,-105 150 0,161-220 0,-2 5 0,0-1 0,0 0 0,0 1 0,1-1 0,-3 9 0,5-12 0,-1-1 0,1 0 0,0 0 0,0 0 0,0 1 0,0-1 0,0 0 0,0 0 0,0 0 0,0 1 0,1-1 0,-1 0 0,0 0 0,1 0 0,-1 0 0,1 0 0,-1 0 0,1 1 0,0-1 0,-1 0 0,1-1 0,0 1 0,0 0 0,-1 0 0,1 0 0,0 0 0,0-1 0,0 1 0,0 0 0,0-1 0,0 1 0,1-1 0,0 1 0,4 2 0,1-1 0,-1-1 0,0 1 0,1-1 0,-1 0 0,13 0 0,46-5 0,1-5 2,99-26 0,63-33-295,-164 48 67,22-6 61,162-49-1035,-182 57-5111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4:55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2096 126 24575,'-12'-8'0,"7"3"0,-16-9 0,-1 0 0,-1 1 0,0 1 0,0 1 0,-1 1 0,-1 2 0,0 0 0,0 2 0,0 0 0,-1 2 0,1 0 0,-1 2 0,-31 2 0,13 2 0,0 3 0,1 1 0,0 2 0,0 2 0,1 2 0,0 2 0,-40 19 0,7 3 0,1 3 0,3 3 0,-104 79 0,91-52 0,2 3 0,-89 103 0,99-92-112,4 4 0,4 2 1,4 4-1,-94 194 0,121-210 72,3 1-1,3 2 1,4 0 0,3 2-1,4 0 1,4 1 0,-3 95-1,16-114 37,3 0-1,2 0 0,3-1 0,3 0 0,3 0 0,2-1 0,3-2 0,53 111 1,-35-97-156,4-3 0,2-1 0,4-2 0,2-2 0,4-2 0,85 79 0,-95-103 173,2-2 0,2-3-1,1-1 1,2-3 0,1-1 0,1-3 0,1-3 0,2-1 0,0-4-1,88 20 1,-62-24-16,0-3 0,1-4 0,89-3 0,-70-9 13,0-5 0,116-24 0,-86 3-54,-1-6-1,-1-6 0,-3-5 1,150-80-1,-145 58-230,-3-6-1,-4-6 0,228-193 1,-272 198 318,-3-3-1,68-92 1,-91 99-109,-4-3 0,79-155-1,-102 170 96,-3-1 0,-3-1 0,-2-2 1,-4 0-1,-1 0 0,-4-2 0,5-126 0,-16 139 48,-2-1 0,-3 1 0,-2 0 1,-2 1-1,-3 0 0,-2 0 1,-2 1-1,-2 1 0,-2 1 0,-35-61 1,24 60-211,-2 1 1,-2 2-1,-2 1 1,-2 2 0,-63-55-1,51 56-26,-1 2 0,-2 3 0,-2 2 0,-96-46 1,89 56 158,-2 2 0,0 3 0,-2 3 0,0 3 0,-121-12 0,53 18 0,-263 18 0,185 13-367,-416 97 0,534-94-3302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4:56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0 24575,'0'0'0,"0"0"0,0 0 0,-2 8 0,-3 11 0,-2 15 0,-2 15 0,-3 17 0,1 11 0,1 8 0,3 0 0,2-6 0,4-12 0,3-8 0,2-14-8191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4:57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1500 1 24575,'-12'10'0,"-185"185"21,15 14-243,169-194 172,-279 335-889,-85 98 90,310-371 849,-217 273 0,271-331-12,0 1 0,1 0 0,-16 39 0,18-28-6092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4:57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929 1 24575,'-29'15'0,"1"1"0,1 2 0,0 1 0,-24 22 0,47-37 0,-82 69 0,3 5 0,3 3 0,4 4 0,4 3 0,3 3 0,-65 116 0,109-164 0,3 2 0,-29 78 0,43-100 0,2 0 0,0 1 0,2 0 0,0 0 0,2 0 0,1 0 0,2 38 0,0-52 0,0 0 0,1 0 0,1 0 0,-1-1 0,2 1 0,-1-1 0,1 1 0,0-1 0,11 16 0,-11-21 0,-1 1 0,1-1 0,0 0 0,0 0 0,0 0 0,1 0 0,-1-1 0,1 0 0,0 0 0,0 0 0,0 0 0,0-1 0,0 0 0,1 0 0,-1 0 0,1-1 0,-1 0 0,11 1 0,-6-2 0,0 0 0,0-1 0,-1-1 0,1 1 0,-1-1 0,1-1 0,-1 0 0,0 0 0,0-1 0,0 0 0,0-1 0,-1 0 0,0 0 0,9-7 0,-6 3 0,0 0 0,-1 0 0,-1-1 0,0 0 0,0-1 0,-1 0 0,0 0 0,-1-1 0,9-19 0,-13 25 0,-1 0 0,0 0 0,0 0 0,-1-1 0,0 1 0,0 0 0,0-1 0,-1 1 0,0 0 0,0-1 0,-1-6 0,0 9 0,0 0 0,0 0 0,0 0 0,-1 0 0,0 0 0,1 1 0,-1-1 0,0 1 0,-1-1 0,1 1 0,-1 0 0,1 0 0,-1 0 0,0 0 0,0 0 0,-1 1 0,1-1 0,-5-2 0,-2 0 0,0 0 0,-1 1 0,0 0 0,0 1 0,0 0 0,0 1 0,0 0 0,-1 1 0,1 0 0,-1 0 0,-13 2 0,3 1 0,0 1 0,1 0 0,0 2 0,0 1 0,-21 8 0,33-11 0,0 0 0,0 1 0,1 0 0,0 1 0,0 0 0,0 0 0,-12 11 0,19-15-39,0-1 0,1 1 0,-1-1 0,1 1 0,-1-1 0,1 1 0,-1-1 0,1 1 0,-1 0 0,1-1 0,-1 1 0,1 0 0,0-1 0,-1 1 0,1 0 0,0 0 0,0-1 0,0 1 0,-1 0 0,1 0 0,0 0 0,0-1 0,0 1 0,0 0 0,0 0 0,1 0 0,-1-1 0,0 1 0,0 0 0,0 0 0,1-1 0,-1 1 0,0 0 0,2 1 0,7 10-6787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4:58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415 0 24575,'-3'7'0,"-326"577"0,314-559 0,-3 4 0,-26 59 0,43-86 0,0 0 0,1-1 0,-1 1 0,0 0 0,1 0 0,0 0 0,-1 0 0,1 0 0,0 0 0,0 0 0,0 0 0,0 0 0,0 0 0,0 0 0,1-1 0,-1 1 0,1 0 0,-1 0 0,1 0 0,1 3 0,0-3 0,0 0 0,0-1 0,0 1 0,0 0 0,0-1 0,0 1 0,0-1 0,1 0 0,-1 1 0,0-1 0,1 0 0,-1-1 0,1 1 0,-1 0 0,4 0 0,11 2 0,1-1 0,-1-1 0,1 0 0,-1-1 0,1-1 0,23-5 0,7-3 0,48-16 0,-55 13 0,-2-2 0,0-1 0,0-2 0,58-37 0,-89 49-273,-1 0 0,0-1 0,0 0 0,10-12 0,-2-2-6553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4:58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0 24575,'0'0'0,"-1"8"0,-4 16 0,-6 25 0,-8 31 0,-8 29 0,-7 23 0,-5 12 0,-1 2 0,0-11 0,3-16 0,3-16 0,4-17 0,3-15 0,4-11 0,4-10 0,0-2 0,5-9-8191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01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0 161 24575,'0'0'0,"0"0"0,8 2 0,84 14 0,174 10 0,96-36 0,-1-33 0,-6-16 0,-222 35 0,100-17 0,1 16 0,-222 24 0,-8 1 0,0-1 0,0 1 0,0 0 0,0 0 0,0 0 0,0 0 0,0 1 0,0 0 0,6 2 0,-9-3-21,-1 0-1,0 0 1,0 1-1,0-1 1,1 0-1,-1 1 1,0-1-1,0 0 1,0 1-1,0-1 0,0 1 1,1-1-1,-1 0 1,0 1-1,0-1 1,0 0-1,0 1 1,0-1-1,0 1 1,-1-1-1,1 0 1,0 1-1,0-1 1,0 1-1,0-1 1,0 0-1,0 1 1,-1-1-1,1 0 0,0 1 1,0-1-1,0 0 1,-1 0-1,1 1 1,-1-1-1,0 2-568,-7 12-6236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01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 24575,'-2'10'0,"-4"27"0,-3 67 0,10 41 0,0-87 0,-30 609 0,26-643-99,1-13-82,1-1 0,0 0 0,0 0 1,1 1-1,0-1 0,4 19 0,-1-18-6645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02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24575,'-2'8'0,"-4"51"0,3 1 0,4 64 0,0-77 0,0 4 0,22 330 0,-22-374-102,0 2 181,1 0-1,4 14 0,-6-21-172,1 0 1,0 0-1,0 0 0,0 0 1,0 0-1,0 0 1,0-1-1,1 1 0,-1 0 1,1 0-1,-1-1 0,1 1 1,-1-1-1,1 0 1,3 2-1,12 4-6732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02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1151 1 24575,'-8'11'0,"-474"687"-2073,34 24 0,339-523 2324,83-146 128,-35 102-1,60-151-304,-12 46 1842,12-46-1940,0 1 0,1 0 0,0-1 0,0 1 0,0 0-1,0-1 1,1 1 0,1 7 0,4 4-6802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03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32 225 24575,'123'-40'0,"-30"10"0,6-4 0,238-71 0,-328 103 0,13-3 0,25-3 0,-41 8 0,0-1 0,0 1 0,0 0 0,-1 1 0,1-1 0,0 1 0,0 0 0,-1 1 0,10 2 0,-13-3 0,-1 0 0,1 0 0,0 0 0,-1 0 0,1 1 0,-1-1 0,1 0 0,-1 0 0,0 1 0,1-1 0,-1 1 0,0 0 0,0-1 0,0 1 0,0 0 0,0-1 0,-1 1 0,1 0 0,0 0 0,-1 0 0,0 0 0,1 0 0,-1 3 0,0 1 0,0 1 0,0 0 0,-1 0 0,0 0 0,-3 11 0,-4 9 2,-1-2 0,-1 1-1,-22 38 1,-50 69-101,75-123 79,-282 386-1148,-18 28-922,300-414 2065,-52 90-170,52-87 283,1 0 1,0 0 0,1 1 0,1 0 0,-5 23-1,9-35-10,-1 1-1,1-1 1,0 0-1,0 1 0,0-1 1,0 1-1,0-1 0,1 1 1,-1-1-1,1 0 0,-1 1 1,1-1-1,0 0 0,0 0 1,0 1-1,0-1 0,0 0 1,0 0-1,3 3 0,-2-3-9,1 0 0,-1 0-1,1-1 1,0 1-1,0 0 1,-1-1 0,1 0-1,0 0 1,0 0-1,0 0 1,0 0 0,0 0-1,4 0 1,9 0 45,0-1 0,0-1-1,0 0 1,28-6 0,38-10-109,-1-4 0,80-32-1,155-76-120,-290 118 86,118-51-264,386-150-2543,-489 198 2755,0 2-1,0 3 0,61-8 1,-86 16 85,0 1 1,0 0-1,0 1 1,0 1-1,16 4 0,-21-4-24,-1 2 0,1-1 0,-1 1 0,0 1 0,-1 0 0,1 0 0,-1 1 0,12 9 0,10 13-4381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38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55 24575,'0'0'0,"0"1"0,-88 471 0,73-377 0,-94 782 0,45-318 0,31-318 0,-37 390 0,68-603 0,-1 12 0,2 0 0,1 0 0,8 52 0,-6-80 0,0-1 0,1 0 0,0 0 0,1 0 0,0 0 0,1-1 0,0 1 0,1-1 0,0 0 0,0-1 0,1 1 0,0-1 0,1-1 0,0 1 0,1-1 0,10 7 0,-2-3 0,2-1 0,0 0 0,0-2 0,0 0 0,24 6 0,106 24 0,-124-33 0,666 107 0,10-54 0,-327-31 0,310 44 0,-288-27 0,265 2 0,-531-40 0,71 10 0,2 0 0,-199-17 0,1 1 0,-1-1 0,0 0 0,1-1 0,-1 1 0,0-1 0,0 0 0,1 0 0,-1 0 0,7-3 0,-9 2 0,1 0 0,0 0 0,0-1 0,-1 1 0,1 0 0,-1-1 0,0 0 0,0 1 0,0-1 0,0 0 0,0 0 0,-1 0 0,3-7 0,4-10 0,-2-1 0,0 0 0,5-38 0,1-68 0,-11 107 0,15-591 0,-7 128 0,91-449 0,-65 696 0,4-315 0,-36 427 0,-2-111 0,0 233 0,-1 1 0,0-1 0,0 1 0,-1-1 0,1 1 0,0-1 0,0 1 0,-1-1 0,1 1 0,-1 0 0,1-1 0,-1 1 0,0-1 0,0 1 0,1 0 0,-1 0 0,-2-2 0,2 2 0,-1 0 0,0 0 0,1 0 0,-1 0 0,0 1 0,1-1 0,-1 1 0,0-1 0,0 1 0,0 0 0,0-1 0,1 1 0,-1 0 0,-2 1 0,-104 8 0,27-1 0,-188-7 0,-3-18 0,164 9 0,-4 0 161,-541-42-698,0-33-135,530 61 559,-298-48-1255,-3 16 365,-433 9 2214,767 46-1123,-1 3-1,-154 29 0,189-20-6219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41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1032 120 24575,'-9'-15'0,"4"7"0,-1 0 0,0 1 0,0 0 0,0 0 0,-1 1 0,0-1 0,0 1 0,-1 1 0,0 0 0,0 0 0,-12-6 0,8 6 0,0 1 0,-1 1 0,1-1 0,0 2 0,-1 0 0,0 0 0,1 2 0,-14-1 0,-6 3 0,1 1 0,0 2 0,0 1 0,1 1 0,-1 2 0,2 1 0,-1 1 0,-55 30 0,43-16 0,0 2 0,2 1 0,1 3 0,1 1 0,-34 37 0,46-41 0,0 0 0,3 2 0,0 1 0,2 0 0,-20 41 0,33-56 0,2 0 0,0 1 0,0 0 0,2 1 0,-5 26 0,8-31 0,0 0 0,1 1 0,1-1 0,0 0 0,0 0 0,1 0 0,1 0 0,5 16 0,-2-15 0,0 0 0,1 0 0,1-1 0,0 0 0,0-1 0,1 0 0,1 0 0,0-1 0,0 0 0,1-1 0,1 0 0,0-1 0,0 0 0,1-1 0,14 8 0,-7-6 0,0-1 0,1 0 0,-1-2 0,2 0 0,-1-2 0,1 0 0,0-1 0,0-1 0,36-1 0,-41-2 0,-1-1 0,0-1 0,1-1 0,-1 0 0,0-1 0,0-1 0,-1 0 0,16-8 0,-24 10 0,-1 0 0,0-1 0,0 0 0,0 0 0,0-1 0,0 0 0,-1 0 0,0 0 0,0 0 0,0-1 0,-1 0 0,0 0 0,0 0 0,-1 0 0,1-1 0,-1 1 0,-1-1 0,1 0 0,-1 0 0,2-10 0,-3 8 0,0 0 0,0 0 0,-1-1 0,-1 1 0,1 0 0,-1 0 0,-1-1 0,0 1 0,-4-11 0,2 8 0,-1 0 0,-1 0 0,0 1 0,-1 0 0,-15-20 0,-3 3 0,-1 2 0,-1 0 0,-50-34 0,77 60 0,0 0 0,-1 0 0,1 0 0,0 0 0,0 0 0,-1-1 0,1 1 0,0 0 0,0 0 0,0 0 0,-1 0 0,1 0 0,0-1 0,0 1 0,0 0 0,0 0 0,0 0 0,-1-1 0,1 1 0,0 0 0,0 0 0,0 0 0,0-1 0,0 1 0,0 0 0,0 0 0,0-1 0,0 1 0,0 0 0,0 0 0,0-1 0,0 1 0,0 0 0,0 0 0,0 0 0,0-1 0,0 1 0,0 0 0,0 0 0,0-1 0,12-2 0,19 4 0,-30-1 0,163 18 0,26 2 0,-143-17 0,1-3 0,50-6 0,-98 6 0,1 0 0,0-1 0,0 1 0,0 0 0,0 0 0,-1 0 0,1 0 0,0 0 0,0 0 0,0 0 0,0 0 0,-1 0 0,1 1 0,0-1 0,0 0 0,0 0 0,0 1 0,-1-1 0,1 1 0,0-1 0,-1 1 0,1-1 0,0 1 0,-1-1 0,2 2 0,-1-1 0,-1 1 0,0 0 0,0-1 0,0 1 0,0-1 0,0 1 0,0 0 0,0-1 0,0 1 0,0-1 0,-1 1 0,1 0 0,-2 1 0,-53 146 0,15-49 0,22-45 0,-20 102 0,33-127 0,2 1 0,1 0 0,1 0 0,1 0 0,5 33 0,-4-60-120,-1-4 74,0 1 0,0 0 0,0 0 0,0-1 0,0 1 0,0 0-1,0 0 1,0 0 0,0-1 0,0 1 0,1 0 0,-1-1 0,0 1 0,1 0-1,-1 0 1,0-1 0,1 1 0,-1-1 0,1 1 0,-1 0 0,1-1 0,0 1-1,-1-1 1,1 1 0,-1-1 0,2 1 0,4 0-6780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42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1 24575,'0'0'0,"0"0"0,3 6 0,0 5 0,1 0 0,-2 0 0,1 0 0,-2 0 0,1 1 0,-1-1 0,-2 20 0,-1-5 0,-1 1 0,-8 30 0,0-14 0,-2-1 0,-25 53 0,-46 78 0,7-17 0,69-138 0,-5 11 0,0 0 0,3 0 0,-9 34 0,17-47-1365,1-1-5461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43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24575,'0'0'0,"0"0"0,8 1 0,200 17 0,160 7 0,-361-25-89,8 0 294,-13 1-583,-6 1-725,-5 1-5723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43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24575,'5'2'0,"-1"-1"0,1 0 0,-1 0 0,1 0 0,-1-1 0,9 1 0,5 0 0,208 19 0,-14-2 0,-200-16 0,37 5 0,-44-6 0,0 0 0,0 1 0,0-1 0,-1 1 0,1 0 0,0 1 0,5 3 0,-10-6-29,0 0 0,1 0 0,-1 0 0,0 1 0,0-1 0,0 0 0,0 0 0,1 1 0,-1-1 0,0 0 0,0 0 0,0 1 0,0-1 0,0 0 0,0 0-1,0 1 1,1-1 0,-1 0 0,0 0 0,0 1 0,0-1 0,0 0 0,0 1 0,0-1 0,0 0 0,-1 0 0,1 1 0,0-1 0,0 0 0,0 0 0,0 1 0,0-1 0,0 0 0,0 0 0,-1 1 0,1-1-1,0 0 1,0 0 0,0 1 0,0-1 0,-1 0 0,1 0 0,0 0 0,0 0 0,-1 1 0,1-1 0,-8 8-6797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43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24575,'8'3'0,"0"0"0,0 0 0,1-1 0,11 3 0,3 0 0,497 84 0,-334-63 0,-180-25-120,17 3 372,-22-4-300,-1 0 0,1 0 0,-1 0-1,1 0 1,-1 0 0,1 0-1,-1 0 1,1 0 0,-1 0-1,1 1 1,-1-1 0,1 0-1,-1 0 1,0 1 0,1-1 0,-1 0-1,1 1 1,-1-1 0,0 0-1,1 1 1,-1-1 0,0 0-1,1 1 1,-1-1 0,0 1-1,0-1 1,0 1 0,1-1 0,-1 0-1,0 2 1,-2 4-6778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45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1 24575,'-69'204'133,"10"-37"-1631,53-144-5328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45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58 24575,'15'-5'0,"34"-10"0,0 1 0,65-7 0,-105 20-341,-1 0 0,1 1-1,14 1 1,-2 2-6485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45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24575,'0'0'0,"6"2"0,5 2 0,4 2 0,3 0 0,2 1 0,8 1 0,-1 0-8191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46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4 24575,'-5'-1'0,"0"0"0,0 0 0,0 1 0,0-1 0,-1 1 0,1 0 0,0 1 0,0-1 0,0 1 0,-8 2 0,6-1 0,1 0 0,0 0 0,0 0 0,1 1 0,-1 0 0,0 0 0,-6 6 0,10-7 0,0-1 0,0 0 0,0 1 0,0 0 0,1-1 0,-1 1 0,1 0 0,-1 0 0,1 0 0,0 0 0,0 0 0,-1 0 0,2 0 0,-1 0 0,0 0 0,0 1 0,1-1 0,-1 0 0,1 1 0,-1-1 0,1 0 0,0 1 0,1 2 0,-1-4 0,0 0 0,0 1 0,1-1 0,-1 0 0,0 0 0,1 0 0,-1 0 0,1 0 0,0 0 0,-1 0 0,1 0 0,0 0 0,-1-1 0,1 1 0,0 0 0,0 0 0,0-1 0,0 1 0,0 0 0,1 0 0,0 0 0,0 0 0,0-1 0,1 1 0,-1-1 0,0 1 0,0-1 0,0 0 0,1 0 0,3 0 0,1-1 0,0 0 0,-1 0 0,1-1 0,-1 0 0,13-5 0,-9 1 0,-1 1 0,1-2 0,-1 1 0,0-1 0,-1-1 0,0 1 0,0-2 0,9-12 0,-17 21 0,0 0 0,1 0 0,-1 0 0,0-1 0,0 1 0,0 0 0,0 0 0,0 0 0,1 0 0,-1-1 0,0 1 0,0 0 0,0 0 0,0 0 0,1 0 0,-1 0 0,0 0 0,0 0 0,0-1 0,1 1 0,-1 0 0,0 0 0,0 0 0,1 0 0,-1 0 0,0 0 0,0 0 0,1 0 0,-1 0 0,0 0 0,1 0 0,2 7 0,-2 12 0,-1-18 0,-9 119-323,7-95-719,-2 5-5784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46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 24575,'0'0'0,"0"0"0,-5 6 0,-3 3 0,-1 4 0,0 1 0,-3 9 0,1 1-8191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46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47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36 24575,'-7'19'0,"-3"12"0,-2-2 0,-1 0 0,-2 0 0,-22 34 0,37-63 0,-1 1 0,1 0 0,-1 0 0,0-1 0,1 1 0,-1 0 0,1-1 0,-1 1 0,0-1 0,1 1 0,-1-1 0,0 1 0,0-1 0,0 0 0,1 1 0,-1-1 0,-1 1 0,-1-5 0,4-7 0,4-2 0,1 1 0,0-1 0,0 1 0,2 0 0,15-20 0,-4 9 0,36-34 0,-47 50 15,0 0 0,0 1 0,0 0 0,1 0 0,0 1 0,0 0 0,11-4 0,-18 8-59,1 0 1,-1 0-1,0 1 0,1-1 1,-1 1-1,1-1 0,0 1 1,-1 0-1,1 0 0,-1 0 1,1 0-1,-1 0 0,1 1 1,-1-1-1,1 1 0,-1 0 0,1-1 1,-1 1-1,0 0 0,1 1 1,-1-1-1,0 0 0,0 0 1,0 1-1,0 0 0,0-1 1,0 1-1,0 0 0,-1 0 1,1 0-1,-1 0 0,1 0 1,1 4-1,6 11-6782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48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73 24575,'0'0'0,"0"0"0,0 0 0,0 0 0,-2-7 0,1 4 0,-1-1 0,0 1 0,0 0 0,0-1 0,0 1 0,-1 0 0,1 0 0,-1 1 0,0-1 0,0 0 0,0 1 0,-5-4 0,2 3 0,0 0 0,-1 0 0,1 0 0,0 1 0,-1 0 0,-11-2 0,3 2 0,0 1 0,-1 1 0,1 0 0,0 0 0,-27 6 0,28-3 0,0 0 0,-16 7 0,25-9 0,1 1 0,-1 0 0,1 0 0,0 1 0,0-1 0,0 1 0,0 0 0,0 0 0,1 0 0,-6 6 0,9-8 0,-1-1 0,1 1 0,-1-1 0,1 1 0,0-1 0,-1 1 0,1-1 0,0 1 0,-1 0 0,1-1 0,0 1 0,0 0 0,-1-1 0,1 1 0,0 0 0,0-1 0,0 1 0,0 0 0,0 0 0,0-1 0,0 1 0,0 0 0,0-1 0,0 1 0,1 0 0,-1-1 0,0 1 0,0 0 0,1-1 0,-1 1 0,0-1 0,1 1 0,-1 0 0,1-1 0,-1 1 0,0-1 0,1 1 0,-1-1 0,1 1 0,0-1 0,-1 0 0,1 1 0,-1-1 0,1 1 0,0-1 0,-1 0 0,1 0 0,0 1 0,-1-1 0,2 0 0,3 2 0,1-1 0,-1 0 0,0 0 0,1 0 0,6-1 0,8 0 0,1-1 0,-1-1 0,38-9 0,59-24 0,-101 29 0,-32 32 0,6-13-227,2 1-1,0 1 1,0-1-1,1 1 1,-8 28-1,8-17-6598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49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0 24575,'-10'18'0,"-44"74"0,-50 122 0,103-212-114,0-2 45,1 1-1,0-1 1,0 1-1,-1-1 1,1 1-1,0-1 1,0 1-1,0-1 1,0 1-1,0-1 1,0 1-1,0-1 1,0 1-1,0-1 0,0 1 1,0-1-1,0 2 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49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1 24575,'-3'10'0,"-121"273"0,102-238 0,-66 119-1365,68-131-5461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50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24575,'0'0'0,"0"0"0,0 0 0,0 0 0,6 2 0,16 1 0,0-1 0,1 0 0,-1-2 0,39-5 0,-23 2 0,29-1-85,-5-1-555,87 4 0,-127 3-6186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50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0 24575,'0'0'0,"0"0"0,-1 6 0,-9 40 45,-23 61 1,-24 41-820,43-116 92,5-9-6144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50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7 24575,'-18'3'0,"4"0"0,-1 1 0,1 0 0,-1 1 0,1 1 0,1 0 0,-1 1 0,1 1 0,0 0 0,1 0 0,-15 14 0,26-21 0,0 0 0,0 0 0,0-1 0,0 1 0,1 0 0,-1 0 0,0 0 0,1 0 0,-1 0 0,1 0 0,-1 0 0,1 0 0,0 0 0,-1 2 0,1-2 0,0-1 0,0 1 0,0-1 0,0 1 0,0-1 0,0 0 0,1 1 0,-1-1 0,0 1 0,0-1 0,0 0 0,1 1 0,-1-1 0,0 0 0,0 1 0,1-1 0,-1 0 0,0 1 0,1-1 0,-1 0 0,0 1 0,1-1 0,-1 0 0,0 0 0,2 1 0,0-1 0,0 1 0,1 0 0,-1-1 0,1 1 0,-1-1 0,1 0 0,-1 0 0,1 0 0,0 0 0,-1 0 0,4-2 0,6-1 0,0-1 0,0 0 0,0-1 0,-1 0 0,1-1 0,16-13 0,-5 3 0,-2-1 0,20-21 0,-49 68 0,-4 3 0,2 0 0,1 1 0,2 1 0,-6 57 0,14-70-1365,0-2-5461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51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24575,'0'0'0,"0"0"0,0 0 0,0 0 0,0 0 0,1 6 0,0 7 0,-1 5 0,-3 14 0,-1 2-8191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51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51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1 24575,'0'0'0,"-3"7"0,-4 8 0,-3 10 0,-5 10 0,-2 8 0,-2 7 0,-1 3 0,0 1 0,2-2 0,2-4 0,2-5 0,3-8 0,4-7 0,1-1 0,3-6-8191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5:52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335 2 24575,'-1'-1'0,"-1"1"0,1 0 0,0 0 0,-1 0 0,1 0 0,0 0 0,-1 0 0,1 0 0,0 0 0,-3 1 0,-3 0 0,-41 3 0,-49 10 0,79-10 0,0 0 0,1 1 0,-1 1 0,1 1 0,-31 17 0,46-23 0,0 0 0,-1 1 0,1-1 0,0 1 0,1-1 0,-1 1 0,0 0 0,0 0 0,1 0 0,-1 0 0,1 0 0,-1 0 0,1 0 0,0 0 0,-2 5 0,3-5 0,0 0 0,0 0 0,0 0 0,0 0 0,0 0 0,0 1 0,1-1 0,-1 0 0,1 0 0,-1 0 0,1 0 0,0 0 0,-1-1 0,1 1 0,0 0 0,1 0 0,-1 0 0,0-1 0,2 3 0,14 14 0,0 0 0,1-1 0,41 29 0,-34-28 0,-2 2 0,23 22 0,-45-41 0,0 0 0,1 0 0,-1 0 0,0 1 0,0-1 0,0 0 0,-1 1 0,1-1 0,0 1 0,0-1 0,-1 1 0,1-1 0,-1 1 0,1 0 0,-1-1 0,0 1 0,0 0 0,0 2 0,0-2 0,-1 0 0,1 0 0,-1-1 0,0 1 0,0 0 0,0-1 0,0 1 0,0 0 0,0-1 0,-1 1 0,1-1 0,0 0 0,-1 1 0,1-1 0,-1 0 0,-2 1 0,-10 7-341,-1-1 0,0-1-1,-27 10 1,-14 3-6485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6:55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410 0 24575,'-3'9'0,"-121"429"0,42 10 0,79-429 0,1-13 0,1 0 0,0 0 0,0 0 0,1 1 0,0-1 0,0 0 0,1 7 0,-1-13 0,0 0 0,0 1 0,0-1 0,1 1 0,-1-1 0,0 0 0,0 1 0,0-1 0,1 0 0,-1 1 0,0-1 0,1 0 0,-1 1 0,0-1 0,0 0 0,1 0 0,-1 1 0,1-1 0,-1 0 0,0 0 0,1 0 0,-1 0 0,0 1 0,1-1 0,-1 0 0,1 0 0,-1 0 0,1 0 0,-1 0 0,0 0 0,1 0 0,-1 0 0,1 0 0,-1 0 0,0 0 0,1-1 0,17-5 0,-17 6 0,43-23 0,-1-1 0,44-33 0,-28 16 0,-27 20 0,62-37 0,-83 52 0,1 0 0,0 1 0,0 1 0,0 0 0,0 0 0,18-2 0,-27 6 0,1-1 0,0 1 0,-1 0 0,1 0 0,-1 1 0,1-1 0,0 1 0,-1-1 0,1 1 0,-1 0 0,1 0 0,-1 1 0,0-1 0,0 1 0,1 0 0,-1 0 0,0 0 0,0 0 0,-1 0 0,1 0 0,0 1 0,-1 0 0,0-1 0,1 1 0,-1 0 0,0 0 0,0 0 0,1 4 0,1 2 0,-1 1 0,1-1 0,-2 0 0,0 1 0,0 0 0,0-1 0,-1 1 0,-1 0 0,0 13 0,-3 6 0,-1 1 0,-1-1 0,-2 0 0,0 0 0,-2-1 0,-2 0 0,-23 46 0,11-32 0,-2-1 0,-2 0 0,-2-2 0,-34 35 0,36-45 0,-1-1 0,-1-2 0,-44 31 0,59-47 0,-1-1 0,0 0 0,0-1 0,-1-1 0,0-1 0,0 0 0,0-1 0,-1-1 0,0 0 0,-20 1 0,29-4 0,-1-1 0,1 0 0,0-1 0,0 0 0,-1 0 0,1-1 0,0 0 0,0-1 0,0 1 0,1-1 0,-12-7 0,13 7 0,0-1 0,1 0 0,0-1 0,-1 1 0,2-1 0,-1 0 0,0 0 0,1-1 0,0 1 0,0-1 0,1 0 0,-1 0 0,1 0 0,-3-10 0,-5-31-1365,4-2-5461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6:56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0,8 1 0,9 3 0,9 1 0,10 1 0,10 1 0,7 0 0,5-1 0,1-2 0,3-2 0,-9-2-8191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6:56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9 24575,'-24'32'0,"3"1"0,-31 61 0,-17 77 0,53-127 0,3 2 0,2-1 0,1 2 0,3-1 0,2 1 0,1 68 0,5-85 0,1-1 0,2 0 0,0 0 0,2 0 0,2 0 0,0-1 0,2 0 0,1-1 0,1 0 0,2-1 0,23 36 0,-29-51 0,-1-1 0,2 0 0,-1 0 0,1-1 0,17 13 0,-23-20 0,0 1 0,0-1 0,1 0 0,-1-1 0,0 1 0,1 0 0,0-1 0,-1 0 0,1 0 0,0 0 0,-1 0 0,1-1 0,0 0 0,0 1 0,0-1 0,0 0 0,-1-1 0,1 1 0,0-1 0,0 0 0,0 0 0,-1 0 0,5-2 0,-1-1 0,1 0 0,-1-1 0,0 0 0,0 0 0,0-1 0,-1 0 0,0 0 0,0-1 0,-1 1 0,10-15 0,-2-2 0,0 0 0,13-35 0,-6 3 0,-1-1 0,-4-1 0,11-71 0,-16 48 0,2-148 0,-13 187 0,-1 0 0,-13-64 0,13 91 0,-2 1 0,0-1 0,0 1 0,-1 0 0,-1 1 0,0-1 0,0 1 0,-1 0 0,-1 1 0,0 0 0,-15-15 0,17 20 6,-1 1 0,1 0-1,-2 0 1,1 1 0,0-1-1,-1 2 1,1-1 0,-1 1 0,0 0-1,0 1 1,-1 0 0,1 0-1,0 1 1,-1 0 0,1 0-1,-1 1 1,1 0 0,-1 1 0,1 0-1,-15 3 1,8 0-141,0 0 0,0 1 0,0 1 0,1 0 0,0 1 0,0 0 0,1 1 0,0 1 0,0 0 0,-16 16 0,-4 9-6691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6:57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 24575,'-3'7'0,"-37"81"0,-39 92 0,66-143 0,1-1 0,2 1 0,-6 42 0,14-64 0,-1 30 0,3-42 0,0 1 0,1 0 0,-1 0 0,1-1 0,-1 1 0,1 0 0,0-1 0,1 1 0,-1-1 0,1 1 0,-1-1 0,1 0 0,4 6 0,-5-8 0,0 0 0,1 0 0,-1 0 0,0 0 0,1 0 0,-1 0 0,1 0 0,0 0 0,-1-1 0,1 1 0,-1-1 0,1 1 0,0-1 0,-1 0 0,1 1 0,0-1 0,0 0 0,-1 0 0,1 0 0,0 0 0,0-1 0,-1 1 0,1 0 0,0-1 0,-1 1 0,1-1 0,-1 0 0,1 1 0,2-3 0,4-1 0,-1 0 0,0-1 0,-1 0 0,13-11 0,-3-2 0,0 0 0,-1 0 0,0-2 0,-2 0 0,-1 0 0,0-1 0,-1-1 0,-2 0 0,0 0 0,-1-1 0,-1 0 0,-1-1 0,3-34 0,-8 48 0,-1 0 0,0-1 0,0 1 0,-1 0 0,-1 0 0,0 0 0,0 0 0,-1 0 0,0 0 0,-1 0 0,-7-14 0,8 19 0,0 0 0,-1 0 0,1 0 0,-1 0 0,0 1 0,0 0 0,-1 0 0,1 0 0,-1 0 0,0 1 0,0-1 0,0 1 0,0 1 0,-1-1 0,1 1 0,-1 0 0,0 0 0,1 0 0,-1 1 0,0 0 0,-8 0 0,12 1-114,-1 0 1,0 0-1,0 0 0,1 0 0,-1 1 1,0-1-1,1 1 0,-1 0 0,0 0 1,1 0-1,-5 2 0,-10 8-6712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6:57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662 1 24575,'0'0'0,"-6"10"0,-10 16 0,-12 22 0,-12 22 0,-10 19 0,-7 16 0,-6 14 0,-2 4 0,1-1 0,5-5-1283,6-11 1283,8-12 0,8-12 0,8-12 0,7-11 0,5-4 0,6-12-6908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6:58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0 24575,'-7'10'0,"-35"53"0,2 3 0,3 1 0,4 2 0,-39 112 0,58-139 0,-12 62 0,23-85 0,0 0 0,2 0 0,0 0 0,1 1 0,4 34 0,-3-47 0,1 1 0,0-1 0,0 0 0,1 0 0,-1 0 0,1 0 0,1-1 0,0 1 0,-1-1 0,2 0 0,-1 0 0,9 9 0,-8-11 0,0 0 0,0 0 0,0 0 0,0-1 0,1 0 0,-1 0 0,1 0 0,0-1 0,0 0 0,0 0 0,0 0 0,0-1 0,0 0 0,1 0 0,7 0 0,-2-2 0,-1 0 0,1 0 0,-1-1 0,1 0 0,-1-1 0,0-1 0,0 0 0,0 0 0,0-1 0,-1 0 0,19-14 0,-5 3 0,-2-2 0,0-1 0,33-36 0,-28 23 0,-1-1 0,-1 0 0,26-50 0,-40 62 0,0-1 0,-2 0 0,0 0 0,-1-1 0,-2 0 0,0-1 0,2-28 0,-7 43 0,0 1 0,-1 0 0,-1 0 0,1 0 0,-1 0 0,-1 0 0,1 0 0,-5-12 0,4 15 0,-1 0 0,1 0 0,-1 1 0,1-1 0,-1 1 0,0 0 0,-1 0 0,1 0 0,-1 0 0,0 1 0,0-1 0,0 1 0,0 0 0,-7-3 0,0 1 0,0 0 0,0 1 0,-1 0 0,1 1 0,-1 1 0,0 0 0,0 0 0,0 1 0,0 0 0,0 1 0,-17 3 0,4 0 0,-1 1 0,2 2 0,-1 0 0,-34 14 0,-3 9-1365,10 2-5461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6:59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0 24575,'-1'7'0,"-25"178"0,21-126 0,2 69 0,3-120 0,0 0 0,1 0 0,0 0 0,1 0 0,2 9 0,-3-14 0,0-1 0,0 1 0,1-1 0,-1 0 0,0 0 0,1 0 0,-1 0 0,1 0 0,-1 0 0,1 0 0,0 0 0,0-1 0,0 1 0,0-1 0,0 1 0,1-1 0,-1 0 0,0 0 0,0 0 0,5 2 0,4-1 0,0 0 0,0-1 0,-1 0 0,18 0 0,46-7 0,-30 2 0,-36 4 0,151-7 0,-133 8 0,-1 1 0,1 0 0,0 2 0,27 8 0,-46-10 0,0 0 0,0 0 0,-1 1 0,1 0 0,0 0 0,-1 0 0,0 1 0,0 0 0,0 0 0,-1 1 0,1 0 0,-1 0 0,0 0 0,0 0 0,-1 1 0,0 0 0,0 0 0,0 0 0,-1 0 0,1 1 0,-2 0 0,1-1 0,-1 1 0,0 0 0,0 0 0,-1 0 0,1 8 0,-1 1 0,-1 1 0,0-1 0,-2 0 0,0 1 0,0-1 0,-2 0 0,0 0 0,-1 0 0,-10 23 0,-1-4 0,-2-1 0,-1-1 0,-24 31 0,5-13 0,-3-2 0,-2-2 0,-1-1 0,-3-3 0,-1-1 0,-3-3 0,-73 45 0,96-68 0,-38 16 0,57-28 0,0-1 0,0 0 0,0 0 0,-1-1 0,1 0 0,-1-1 0,1 0 0,-16-1 0,21 0-72,1-1 1,0 1-1,0-1 0,0 0 0,-1 0 0,1 0 0,0 0 0,1-1 1,-1 0-1,0 1 0,0-1 0,0 0 0,1 0 0,-1 0 0,1 0 1,0-1-1,0 1 0,-3-5 0,-16-23-6754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6:59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1 366 24575,'23'-1'0,"0"0"0,1-1 0,-1-2 0,0 0 0,24-9 0,-34 10 0,252-78 5,-4-16-24,-90 32-205,27-5-2095,-125 45-3315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7:00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311 152 24575,'-3'3'0,"0"0"0,0 1 0,1 0 0,-1-1 0,-2 6 0,-4 7 0,-138 242 0,116-194 0,3 2 0,-23 81 0,44-125 0,1 1 0,2 1 0,0-1 0,1 0 0,2 1 0,1 23 0,0-38 0,2 0 0,-1 0 0,1 0 0,0 0 0,1 0 0,0 0 0,8 15 0,-7-18 0,0-1 0,0 1 0,0 0 0,1-1 0,-1 0 0,1 0 0,1-1 0,-1 1 0,1-1 0,-1 0 0,11 5 0,-9-6 0,1 1 0,0-1 0,0 0 0,0-1 0,0 0 0,0 0 0,0-1 0,0 0 0,1 0 0,-1-1 0,0 0 0,16-2 0,-13 0 0,0-1 0,-1 0 0,1-1 0,-1 0 0,1-1 0,-1 0 0,0 0 0,14-12 0,-5 2 0,0-1 0,-2-1 0,0-1 0,-1 0 0,-1-1 0,0-1 0,-2 0 0,14-27 0,-9 10 0,-2-1 0,-1-1 0,-2 0 0,-1-1 0,6-44 0,-12 49 0,-2-1 0,-2 1 0,-1-1 0,-2 1 0,-1-1 0,-9-44 0,7 62 0,0 1 0,-2 0 0,0 0 0,0 1 0,-2 0 0,0 0 0,-1 0 0,-1 1 0,0 1 0,-13-15 0,16 21 0,0 0 0,-1 1 0,0 0 0,0 1 0,-1-1 0,1 1 0,-1 1 0,-1 0 0,1 0 0,-1 1 0,0 0 0,0 1 0,0 0 0,0 0 0,-1 1 0,1 1 0,-1 0 0,-11 0 0,17 1-80,-1 0 0,1 1-1,0-1 1,0 1 0,0 1-1,0-1 1,0 1 0,0-1-1,1 1 1,-1 1 0,0-1 0,1 1-1,0 0 1,-1 0 0,1 0-1,-3 4 1,-15 17-6746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7:01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75 24575,'0'10'0,"-1"0"0,-4 20 0,-1 2 0,-5 103 0,11-119 0,1 1 0,0-1 0,1 0 0,1 1 0,0-1 0,8 19 0,-10-31 0,0-1 0,0 1 0,1-1 0,0 0 0,0 1 0,0-1 0,0 0 0,0 0 0,1 0 0,-1-1 0,1 1 0,-1-1 0,1 1 0,0-1 0,0 0 0,1 0 0,-1 0 0,0 0 0,0-1 0,1 1 0,-1-1 0,1 0 0,0 0 0,-1 0 0,1-1 0,0 1 0,-1-1 0,1 0 0,0 0 0,-1 0 0,1 0 0,0-1 0,-1 1 0,8-3 0,-1-1 0,0 0 0,0 0 0,0-1 0,-1 0 0,0-1 0,0 0 0,0-1 0,-1 1 0,0-2 0,0 1 0,-1-1 0,0 0 0,12-18 0,-11 13 0,-1 0 0,1 0 0,-2-1 0,0 0 0,-1 0 0,0-1 0,-1 1 0,-1-1 0,3-20 0,-6 22 0,0 0 0,0 1 0,-1-1 0,0 0 0,-2 1 0,1-1 0,-1 1 0,-1 0 0,-10-22 0,12 28 0,-1 1 0,0 0 0,-1 0 0,1 0 0,-1 1 0,0-1 0,0 1 0,0 0 0,-1 0 0,-5-4 0,6 6 0,0 0 0,0 0 0,0 0 0,0 1 0,0-1 0,0 1 0,0 0 0,-1 0 0,1 1 0,0-1 0,-1 1 0,1 0 0,0 0 0,-1 0 0,-5 2 0,5-1-65,-1 0 0,1 1 0,-1 0 0,1 0 0,0 0 0,0 0 0,0 1 0,0 0 0,0 0 0,0 0 0,1 1 0,0-1 0,0 1 0,0 0 0,0 1 0,0-1 0,1 1 0,0-1 0,0 1 0,-4 8 0,-2 13-6761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7:01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849 1 24575,'-1'1'0,"-1"0"0,2 0 0,-1 0 0,0 1 0,0-1 0,0 0 0,0 1 0,1-1 0,-1 2 0,-4 8 0,-207 466-147,149-327-384,-333 767 395,247-533-1093,134-341-4919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7:01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1 24575,'0'0'0,"-3"9"0,-7 12 0,-6 20 0,-5 19 0,-4 12 0,-1 7 0,5-9-8191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7:02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70 636 24575,'9'7'0,"7"6"0,1-1 0,1-1 0,-1-1 0,2 0 0,33 12 0,-40-18 0,1 0 0,-1-1 0,0 0 0,1-1 0,0 0 0,-1-1 0,1-1 0,0 0 0,0-1 0,20-3 0,-25 2 0,0-1 0,0 0 0,-1 0 0,1-1 0,-1 0 0,1 0 0,-1 0 0,0-1 0,-1-1 0,1 1 0,-1-1 0,0 0 0,-1 0 0,1-1 0,-1 1 0,-1-1 0,8-14 0,-2 1 0,-1 0 0,-1-1 0,-1 0 0,-1 0 0,6-36 0,-7 24 0,-2 0 0,-1 0 0,-5-66 0,2 81 0,-2-1 0,0 1 0,-2 0 0,0 0 0,-1 0 0,0 0 0,-1 1 0,-16-26 0,19 37 0,-1-1 0,0 1 0,0 0 0,0 0 0,-1 0 0,1 1 0,-1 0 0,-1 0 0,1 0 0,-1 1 0,0 0 0,0 0 0,-9-3 0,7 4 0,-1 1 0,1 0 0,-1 0 0,0 1 0,1 0 0,-1 0 0,0 1 0,0 1 0,-16 2 0,7 1 0,1 1 0,-1 0 0,1 2 0,0 0 0,1 1 0,-1 1 0,1 1 0,1 0 0,0 1 0,-19 17 0,-12 19-1365,7 0-5461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7:07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 23407,'0'10745'0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7:20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5253 55 24575,'-17'-3'0,"-19"-2"0,-1 2 0,0 1 0,-68 6 0,-111 26 0,135-17 0,-413 50 0,358-54 0,-227-13 0,43-32 0,18 1 0,-494 5 0,238 15 0,-584-25 0,593 57 0,487-16 0,62-1-24,0 0-1,-1 1 1,1-1-1,0 0 0,0 0 1,0 0-1,0 1 1,0-1-1,0 0 1,0 0-1,0 0 0,0 1 1,0-1-1,0 0 1,0 0-1,0 1 1,0-1-1,0 0 0,0 0 1,0 0-1,0 1 1,0-1-1,0 0 1,0 0-1,0 1 0,0-1 1,1 0-1,-1 0 1,0 0-1,0 0 1,0 1-1,1 0-554,2 7-6247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7:43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 24515,'7191'0'0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7:46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0 223 24575,'0'0'0,"7"-1"0,472-4 0,-40 3 0,-75-32 0,95-4 0,-26 23-562,318-20-205,-488 12 787,423-31-84,1 39 8,-247 36 525,-74-1 491,-289-17-960,-79 4-1365,-1 0-5461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5:34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24575,'3'0'0,"0"1"0,1-1 0,-1 1 0,0 0 0,5 2 0,9 3 0,44 5 0,1-2 0,1-3 0,98-3 0,189-31 0,3 1 0,-275 25 0,218-13 0,-253 9-1365,-48 10-5461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5:35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0 24575,'-5'18'0,"-67"318"0,18 5 0,28-171 0,-1-4 0,-38 282 0,63-402 0,4 89 0,-4-122 0,0-13 0,-1-8 0,3 4 80,2 6-1525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5:38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1 24575,'-2'9'0,"-42"295"0,19-111 0,-144 633 0,152-754-1365,20-78-5461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5:39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0 231 24575,'2'-1'0,"-1"1"0,0-1 0,1 0 0,-1 1 0,0-1 0,1 0 0,-1 0 0,0 0 0,2-1 0,4-3 0,33-19 0,2 3 0,0 1 0,75-23 0,141-22 0,-88 32 0,-131 28 0,1 2 0,52 1 0,-85 2 0,0 1 0,-1 0 0,1 0 0,7 2 0,-12-2 0,-1-1 0,1 1 0,0-1 0,-1 1 0,1 0 0,-1 0 0,0 0 0,1-1 0,-1 1 0,0 1 0,1-1 0,-1 0 0,0 0 0,0 0 0,0 1 0,0-1 0,0 0 0,0 1 0,0-1 0,-1 1 0,1-1 0,0 1 0,0 1 0,-2 17-1365,-3 3-5461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5:39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1 313 24575,'0'0'0,"4"-7"0,4-4 0,1 0 0,1 0 0,0 1 0,20-16 0,50-31 0,-73 52 0,151-89 0,-123 77 0,1 1 0,65-19 0,-97 34 0,44-9 0,-45 9 0,0 1 0,0-1 0,0 1 0,0 0 0,-1 1 0,1-1 0,0 0 0,0 1 0,0 0 0,0-1 0,0 1 0,0 0 0,3 3 0,-4-3 0,-1 0 0,0-1 0,0 1 0,0 0 0,0 1 0,0-1 0,-1 0 0,1 0 0,0 0 0,0 1 0,-1-1 0,1 0 0,-1 0 0,1 1 0,-1-1 0,0 1 0,1-1 0,-1 0 0,0 1 0,0-1 0,0 1 0,0 1 0,-1 3 0,0 0 0,0-1 0,0 1 0,-3 8 0,-6 10 0,-1 0 0,-1 0 0,-1-1 0,-16 22 0,-69 85 0,36-54 0,-4-3 0,-138 119 0,195-185 0,0 0 0,10-6 0,7-2 0,104-22 0,145-22 0,-56 28 0,-164 16 0,-1 2 0,0 1 0,57 12 0,-84-12-105,-1 0 0,1 0 0,-1 1 0,0 0 0,0 1 0,0-1 0,-1 2 0,1-1 0,-1 1 0,0 0 0,0 1 0,7 6 0,3 9-6721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6:05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 24575,'0'0'0,"0"0"0,0 0 0,0 0 0,0 7 0,-7 192 0,2-28 0,-63 458 0,67-624-112,1-3 8,0-1-1,0 1 1,-1-1-1,1 0 1,0 1 0,-1-1-1,1 1 1,-1-1-1,1 0 1,-1 1-1,-1 0 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6:05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5 172 24575,'0'0'0,"0"0"0,0 0 0,0 0 0,0 0 0,-5-13 0,6 12 0,-1 0 0,0 0 0,0 0 0,1 1 0,-1-1 0,0 0 0,1 0 0,-1 0 0,1 0 0,-1 1 0,1-1 0,0 0 0,-1 1 0,1-1 0,0 0 0,-1 1 0,1-1 0,0 1 0,0-1 0,0 1 0,-1-1 0,1 1 0,2-1 0,24-7 0,-21 6 0,277-47 0,-191 36 0,46-9 0,247-26 0,-303 49 120,-74-1-306,1 1 1,-1 1-1,0-1 0,1 1 1,-1 1-1,0 0 1,11 5-1,-1 3-6640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6:06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12 294 24575,'0'0'0,"0"0"0,6-5 0,16-12 0,0 1 0,2 1 0,-1 1 0,35-14 0,-38 18 0,196-90 0,-153 76 0,101-27 0,-161 50 0,52-10 0,-50 11 0,0-1 0,0 1 0,0 0 0,0 0 0,0 1 0,0-1 0,0 1 0,8 3 0,-11-3 0,-1-1 0,1 1 0,-1 0 0,0 0 0,1 0 0,-1 0 0,0 0 0,0 0 0,0 0 0,1 0 0,-1 1 0,0-1 0,-1 0 0,1 1 0,0-1 0,0 0 0,-1 1 0,1-1 0,0 1 0,-1 0 0,0-1 0,1 1 0,-1-1 0,0 1 0,0 0 0,0-1 0,0 1 0,0-1 0,0 1 0,-1 3 0,0 3 0,-1 1 0,-1-1 0,1 1 0,-7 12 0,-10 18 0,-2-1 0,-1-1 0,-48 60 0,-96 92 0,-125 89 0,191-187 0,90-82 0,2-3 0,1 1 0,0 1 0,0-1 0,-7 12 0,13-19 0,1 0 0,0 1 0,-1-1 0,1 1 0,0-1 0,0 0 0,-1 1 0,1-1 0,0 1 0,0-1 0,0 1 0,0-1 0,0 1 0,0-1 0,0 1 0,0-1 0,0 1 0,0-1 0,0 1 0,0-1 0,0 1 0,0-1 0,0 1 0,0-1 0,0 0 0,1 1 0,-1-1 0,0 1 0,0-1 0,1 1 0,-1-1 0,0 0 0,0 1 0,1-1 0,-1 0 0,1 1 0,-1-1 0,0 0 0,1 1 0,-1-1 0,1 0 0,-1 1 0,3 0 0,0 0 0,0 0 0,0 0 0,0 0 0,6 0 0,13 1 0,-1-1 0,1-1 0,29-3 0,69-14 0,-94 12 0,376-76 0,138-21 0,-525 100 0,-1 0 0,0 1 0,19 0 0,-36 4-1365,-5 0-5461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6:08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1 139 24575,'0'0'0,"20"-1"0,191-1 0,70-3 0,191-37 0,-69 4 0,-288 31 0,-30 4 0,-1-4 0,90-20 0,-164 25-88,9-3 292,-17 5-583,-10 3-723,-7 3-5724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6:08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0 24575,'0'0'0,"0"0"0,1 1 0,7 39 0,-1 0 0,3 63 0,-9 80 0,-33 178 0,-31-3 0,56-325 0,3-14 0,0-1 0,1 1 0,1-1 0,1 24 0,1-42 0,0 0-1,0 1 1,-1-1-1,1 0 1,0 0 0,0 0-1,0 0 1,0 1-1,0-1 1,0 0-1,0 0 1,0 0 0,1 0-1,-1 0 1,0 1-1,0-1 1,0 0-1,0 0 1,0 0-1,0 0 1,0 0 0,0 1-1,0-1 1,0 0-1,0 0 1,0 0-1,1 0 1,-1 0-1,0 0 1,0 0 0,0 0-1,0 1 1,0-1-1,1 0 1,-1 0-1,0 0 1,0 0-1,0 0 1,0 0 0,0 0-1,1 0 1,-1 0-1,0 0 1,0 0-1,0 0 1,0 0 0,1 0-1,7-7 49,5-10-1440,2-6-5434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19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90 24575,'-22'-6'0,"11"3"0,1 0 0,-1-1 0,1 0 0,-1-1 0,1 0 0,-13-9 0,23 14 0,0 0 0,0 0 0,0 0 0,-1 0 0,1 0 0,0-1 0,0 1 0,0 0 0,0 0 0,0 0 0,0 0 0,0 0 0,0 0 0,-1 0 0,1 0 0,0-1 0,0 1 0,0 0 0,0 0 0,0 0 0,0 0 0,0 0 0,0-1 0,0 1 0,0 0 0,0 0 0,0 0 0,0 0 0,0 0 0,0 0 0,0-1 0,0 1 0,0 0 0,0 0 0,0 0 0,0 0 0,0 0 0,0-1 0,0 1 0,0 0 0,0 0 0,1 0 0,6-4 0,10 2 0,54 0 0,82 7 0,-64 0 0,259-6 0,-1-18 0,233-4 0,-413 32 0,-162-9 22,-15 0-1409,-5 0-5439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20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0 24575,'-6'205'0,"-58"323"0,0 17 0,62-531 0,1-11 0,0 0 0,1 1 0,-1-1 0,1 0 0,0 1 0,0-1 0,1 4 0,4-14-1365,1-4-5461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21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 24575,'0'0'0,"0"0"0,0 0 0,0 0 0,7 2 0,23 7 0,0-2 0,1-1 0,31 2 0,95 0 0,138-17 0,0-17 0,157-9 0,-437 34 0,-11 0 0,1 1 0,0 0 0,-1 0 0,1 0 0,-1 0 0,7 2 0,-37 5 0,-3-1-1365,-6 0-5461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21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24575,'0'0'0,"4"10"0,16 41 0,-2 1 0,-3 1 0,13 78 0,-18-58 0,-3 0 0,-4 76 0,-25 148 0,-25-3 0,36-234 0,-16 97 0,22-112 0,-1 67 0,7-104-95,0 8 309,-3-13-586,-2-9-740,-1-4-5714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25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24575,'711'-9'0,"-355"12"0,115 0 0,-464-2-41,-10 1 143,-12 2-1528,-2-1-5400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26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0 24575,'-27'456'0,"-39"-4"0,9-184 0,18-99 0,39-166 0,-2 4 0,1 1 0,-1-1 0,1 11 0,4-23-1365,0-2-5461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27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 24575,'-8'13'0,"0"0"0,1 0 0,0 1 0,1 0 0,-8 29 0,-10 77 0,20-100 0,-32 273 0,16 2 0,3-43 0,12-205 0,3-44 33,2-7-1431,-1-5-5428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27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1 24575,'-6'35'0,"-1"1"0,-2-2 0,-19 51 0,17-51 0,-178 490 0,36-103 0,141-390-1365,8-24-5461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28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24575,'8'4'0,"38"14"0,0-2 0,1-3 0,85 15 0,148 0 0,-56-19 79,-111-5-1523,-62-2-5382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32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0 24575,'0'0'0,"0"0"0,0 6 0,-1 1 0,0-1 0,0 0 0,-2 7 0,-3 9 0,-33 276 0,15 4 0,2-24 0,19-240-89,-25 224 309,15-177-968,-24 87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33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469 1 24575,'-1'9'0,"-97"418"0,76-343 0,-55 182 0,54-202 0,-3-1 0,-34 62 0,28-69 0,-64 86 0,94-139-227,-1 0-1,0 0 1,0 0-1,0 0 1,-5 3-1,-3 1-6598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33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24575,'7'2'0,"72"14"0,83 7 0,81-5 0,-238-18 0,229 8 0,-13 0 0,-218-8-119,-1 0-37,0 0 1,0 0-1,0 0 0,0 1 0,0-1 1,0 1-1,3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34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0 24575,'-92'358'0,"16"3"0,24-111 0,-1-37 0,40-164 0,13-48-113,-1-1 88,1 1 0,0-1 0,0 0 0,0 0 0,0 0 0,0 0 0,0 0 0,0 1 0,-1-1 0,1 0-1,0 0 1,0 0 0,0 0 0,0 1 0,0-1 0,0 0 0,0 0 0,0 0 0,0 0 0,0 1 0,0-1 0,0 0 0,0 0 0,0 0 0,0 1 0,0-1 0,0 0 0,0 0 0,0 0 0,1 0 0,-1 1 0,0-1 0,0 0 0,0 0 0,0 0-1,0 0 1,0 0 0,0 1 0,1-1 0,-1 0 0,0 0 0,0 0 0,0 0 0,0 0 0,0 0 0,1 0 0,-1 0 0,0 0 0,0 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34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436 0 24575,'0'8'0,"-1"0"0,0-1 0,-4 16 0,-1-1 0,-112 437 0,-29-6 0,119-367 0,2-6 0,-47 101 0,71-177-108,1-2 4,0 1-1,0-1 0,0 0 0,-1 1 0,1-1 1,-1 0-1,1 0 0,-1 0 0,0 0 1,0 0-1,-2 2 0,-4 0-6721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35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24575,'0'0'0,"8"4"0,14 4 0,16 5 0,24 4 0,26 2 0,23 0 0,11-3 0,3-4 0,-8-4-947,-12-2 947,-18-4 0,-15-1 0,-19-2-7244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42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1 24575,'0'0'0,"0"0"0,0 0 0,-5 16 0,0-6 0,-30 111 0,-25 156 0,49-221 0,-93 651 0,101-663-1365,3-25-5461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43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1 24575,'0'1'0,"0"1"0,0-1 0,0 1 0,0-1 0,0 0 0,0 1 0,-1-1 0,1 1 0,-1 1 0,-2 6 0,-43 393 0,15-89 0,23-263 0,-17 60 0,18-85 0,-1-1 0,-2 0 0,-1 0 0,-17 28 0,25-47-227,-1 1-1,0-1 1,0 0-1,-1 0 1,-5 4-1,-8 6-6598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43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24575,'5'0'0,"0"1"0,0 0 0,0 0 0,0 0 0,5 2 0,10 3 0,375 59 0,8-32 0,-392-33-1365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44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24575,'9'2'0,"206"28"0,-156-18 0,95 30 0,-140-36-1365,-2-2-5461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45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0,8 1 0,137 35 0,-48-10 0,193 36 0,6 1 0,-272-56 31,15 2-1427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45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1 24575,'3'63'0,"-3"0"0,-2 0 0,-11 62 0,-1-37-26,-45 154 0,-50 81 211,-42 155-1683,139-424-5328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48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24575,'6'228'0,"-1"-43"0,-10 221 0,2-227 0,3-144-1365,0-3-5461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49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24575,'10'4'0,"206"45"0,-63-18 0,-120-22 0,0 2 0,47 20 0,-72-27 0,0 0 0,-1 0 0,1 0 0,-1 1 0,0 0 0,-1 0 0,9 9 0,-13-12 0,0 1 0,-1-1 0,1 0 0,-1 1 0,1-1 0,-1 1 0,0 0 0,0-1 0,0 1 0,0 0 0,0 0 0,-1 0 0,1 0 0,-1-1 0,0 1 0,0 0 0,0 0 0,0 0 0,0 0 0,-1 0 0,1 0 0,-1 0 0,0-1 0,0 1 0,-1 3 0,-5 7 0,0 0 0,0 0 0,-2 0 0,1-1 0,-1-1 0,-1 1 0,-11 9 0,-85 70 0,94-81 0,-237 171 0,100-75 0,144-103 0,-16 14 0,21-16 0,-1-1 0,1 0 0,-1 1 0,1-1 0,0 0 0,-1 1 0,1-1 0,0 1 0,-1-1 0,1 1 0,0-1 0,0 1 0,-1-1 0,1 1 0,0-1 0,0 1 0,0-1 0,0 1 0,0-1 0,0 1 0,0-1 0,0 1 0,0-1 0,0 1 0,0-1 0,0 1 0,0-1 0,0 1 0,0-1 0,0 1 0,1-1 0,-1 1 0,0-1 0,0 1 0,1-1 0,-1 1 0,0-1 0,1 1 0,3 2 0,0-1 0,0 1 0,0-1 0,0 0 0,1-1 0,-1 1 0,1-1 0,7 2 0,-9-3 0,72 14 0,135 7 0,-133-16 0,-43-3 0,25 3 0,73 14 0,-128-19-114,-1 1 1,1 0-1,0 0 0,-1 0 0,1 1 1,-1-1-1,0 1 0,1 0 0,-1 0 1,0 0-1,3 3 0,6 9-6712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50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406 34 24575,'20'-3'0,"-6"-1"0,81-9 0,0 4 0,1 4 0,125 10 0,-210-4 0,12 0 0,-1 1 0,0 1 0,-1 1 0,23 6 0,-42-9 0,0-1 0,0 1 0,0 0 0,0 0 0,0 0 0,0 0 0,-1 0 0,1 0 0,0 0 0,-1 1 0,1-1 0,2 4 0,-3-4 0,-1 0 0,1 0 0,-1 0 0,0 0 0,1 0 0,-1 0 0,0 0 0,0 1 0,0-1 0,0 0 0,0 0 0,0 0 0,0 0 0,0 1 0,0-1 0,0 0 0,-1 0 0,1 0 0,0 0 0,-1 0 0,1 0 0,-1 0 0,0 0 0,1 0 0,-2 2 0,-6 7 0,-1 0 0,0 0 0,-1-1 0,0-1 0,0 1 0,-15 8 0,-256 153 0,55-39 0,220-127 0,1-1 0,0 1 0,0-1 0,0 1 0,1-1 0,-6 7 0,9-9 0,1 0 0,-1 0 0,0 0 0,1-1 0,-1 1 0,1 0 0,0 0 0,-1 0 0,1 0 0,0 0 0,-1 0 0,1 0 0,0 0 0,0 0 0,0 0 0,0 0 0,0 0 0,0 0 0,0 0 0,0 0 0,0-1 0,1 1 0,-1 0 0,0 0 0,1 0 0,-1 0 0,1 0 0,-1 0 0,0 0 0,1 0 0,0-1 0,-1 1 0,1 0 0,0-1 0,-1 1 0,1 0 0,0-1 0,1 2 0,11 7 0,1 1 0,0-2 0,0 0 0,1-1 0,0 0 0,17 5 0,-6-3 0,108 41 0,86 36 0,-216-84 0,4 1 0,-1 1 0,0 0 0,13 9 0,-18-12 0,-1 0 0,0 0 0,0 1 0,0-1 0,1 0 0,-1 0 0,0 1 0,-1-1 0,1 0 0,0 1 0,0-1 0,0 1 0,-1-1 0,1 1 0,-1-1 0,1 1 0,-1-1 0,0 1 0,0 0 0,1-1 0,-1 1 0,0 0 0,-1-1 0,1 1 0,0-1 0,-1 3 0,0 0 0,-1 0 0,0 0 0,0 0 0,0-1 0,0 1 0,-1 0 0,1-1 0,-1 0 0,-6 6 0,-36 27 0,41-32 0,-52 34 0,-110 57 0,-70 14 0,1-14 0,-9 4 0,240-97-107,1-1-50,0 0 0,0 0-1,1 1 1,-1-1 0,1 1 0,-1-1-1,-3 5 1,2 0-6669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50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0 24575,'-13'17'0,"-30"36"0,-64 107 0,104-155 0,1 0 0,-1 0 0,1 0 0,0 0 0,1 0 0,-1 0 0,-1 11 0,3-14 0,0 0 0,0 1 0,1-1 0,-1 1 0,0-1 0,1 0 0,-1 1 0,1-1 0,0 0 0,0 1 0,0-1 0,0 0 0,0 0 0,0 0 0,1 0 0,-1 0 0,1 0 0,-1 0 0,1-1 0,2 3 0,6 3 0,0 0 0,0 0 0,1-1 0,0 0 0,0-1 0,0 0 0,1-1 0,13 3 0,97 17 0,33-7 0,-117-15 0,0-1 0,41-6 0,-76 5-117,-2 0 51,0 0 1,0 0-1,0 0 0,-1 0 1,1 0-1,0 0 0,0 0 0,-1-1 1,1 1-1,0 0 0,0 0 1,-1-1-1,1 1 0,0 0 1,0-1-1,-1 1 0,1-1 1,1 0-1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51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336 1 24575,'-4'8'0,"-196"565"0,160-437-455,6 2 0,-21 178 0,53-293-6371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7:53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5985 2449 24575,'-12'4'0,"-124"44"0,-204 42 0,-152-11 0,-580 20-1902,728-86 1436,-389-36 1,163-36 466,254 25-13,-315-46 361,484 53 128,1-6 1,-175-64 0,263 75-313,0-3-1,2-2 1,1-2 0,1-3 0,1-2 0,-69-61 0,94 70-196,1-2 1,1-1-1,2-2 0,-40-59 1,49 63 38,2-1 1,0 0 0,1-1 0,2 0 0,1 0-1,-10-56 1,15 50-9,1-1 0,1 1 0,2-1 0,1 0 0,13-68 0,-5 60 0,3 1 0,1 0 0,2 0 0,26-49 0,-10 34 0,2 2 0,3 1 0,2 1 0,3 3 0,1 1 0,79-69 0,-43 53-78,3 3-1,2 4 0,3 4 0,2 3 1,171-69-1,-104 63-78,2 6-1,297-53 1,-108 50-270,386-10 1,-416 58-1,454 49 0,-160 42 402,-6 49 88,-20 63-126,-425-129-138,233 140 0,-288-143 148,96 80 0,-147-102 58,-2 3 0,-3 2 1,60 75-1,-92-102 153,-1 0 0,-1 1 0,0 0 0,-2 2-1,-1-1 1,-1 1 0,10 37 0,-16-47-70,-2-1 0,0 1 0,0-1 0,-2 1 1,1-1-1,-2 1 0,0 0 0,0-1 0,-1 1 0,-1-1 0,0 0 0,-1 1 1,0-1-1,-1-1 0,-13 24 0,6-17-34,-1-1 0,-1 0 0,0-1 0,-2-1 0,1 0-1,-2-1 1,0-1 0,-1 0 0,-34 19 0,6-9-90,-1-1-1,-1-2 0,-54 15 1,-220 51-588,-8-18-786,189-41 818,-605 146 134,-272 76-1727,909-227-640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02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1 24575,'1'14'0,"-3"21"0,-2-1 0,-1 0 0,-1 1 0,-12 32 0,-5 32 0,21-91 0,-3 17 0,0 0 0,2 1 0,0 32 0,7-47-1365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03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646 0 24575,'0'0'0,"0"0"0,0 0 0,0 0 0,-1 2 0,1-1 0,-1 1 0,0-1 0,0 1 0,0-1 0,-1 0 0,1 1 0,-2 1 0,-2 1 0,-404 557 0,330-434 0,-55 79 0,127-193-1365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03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28 24575,'0'0'0,"0"0"0,0 0 0,1-1 0,-1-1 0,1 1 0,0-1 0,-1 1 0,1 0 0,0-1 0,0 1 0,0 0 0,0 0 0,1-2 0,6-7 0,-9 9 0,-3 4 0,-35 42 0,2 1 0,2 1 0,-45 81 0,71-111 0,1 0 0,-7 23 0,12-32 0,1 0 0,0 0 0,1 0 0,0 0 0,0 0 0,0 0 0,2 16 0,-1-23 0,0 1 0,1-1 0,-1 1 0,1-1 0,-1 1 0,1-1 0,-1 0 0,1 1 0,0-1 0,0 0 0,-1 1 0,1-1 0,0 0 0,0 0 0,0 0 0,0 1 0,1-1 0,-1 0 0,3 1 0,-2-1 0,1 1 0,0-1 0,0 0 0,0 0 0,0 0 0,1-1 0,-1 1 0,0-1 0,4 0 0,6 0 0,0-1 0,-1-1 0,23-5 0,30-12 0,-1-3 0,0-3 0,76-41 0,-131 62-111,13-8 349,-20 12-331,-1-1 0,0 0-1,0 1 1,0-1 0,0 0 0,-1 0-1,1 0 1,0 1 0,0-1 0,0 0-1,-1 0 1,1 0 0,0 0-1,-1 0 1,1-2 0,0-3-6733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04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0 24575,'0'0'0,"0"0"0,0 0 0,0 1 0,-16 58 0,-41 98 0,-40 50 0,-41 107 0,131-294-227,1 0-1,1 0 1,0 1-1,2 0 1,-1 25-1,4-15-6598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24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24575,'0'0'0,"0"1"0,8 407 0,0-238 0,-4-75 0,3 185 0,-7-268-273,-1 0 0,0 1 0,-1-1 0,-3 14 0,-2-5-6553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25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1 294 24575,'9'-6'0,"24"-11"0,1 1 0,41-14 0,74-17 0,-126 40 0,192-50 0,367-50 0,-560 104 0,0 1 0,1 0 0,42 4 0,-63-2-136,1 0-1,-1 1 1,1 0-1,-1-1 1,0 1-1,1 0 1,-1 0-1,0 0 0,3 2 1,5 5-6690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25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40 132 24575,'271'-62'0,"-183"39"0,127-19 0,-206 41 0,31-2 0,-37 3 0,0 0 0,1 0 0,-1 1 0,0-1 0,0 1 0,0 0 0,1 0 0,-1 0 0,4 2 0,-6-3 0,0 1 0,0 0 0,-1-1 0,1 1 0,0-1 0,0 1 0,-1 0 0,1 0 0,0 0 0,-1-1 0,1 1 0,-1 0 0,1 0 0,-1 0 0,1 0 0,-1 0 0,0 0 0,1 1 0,-1 1 0,1-1 0,-1 1 0,0-1 0,0 1 0,-1-1 0,1 1 0,-1 3 0,-4 8 0,0 0 0,-1 0 0,0-1 0,-1 1 0,-1-1 0,-13 17 0,-126 162 21,-16-9-874,126-142 312,-52 54 261,-103 122 286,187-211-6,2-4 0,1 1 0,0 0 0,0 0 0,0 0 0,0 0 0,0 0 0,-1 4 0,3-7 12,0 0 0,0 0 1,0 1-1,0-1 1,0 0-1,0 0 1,0 1-1,-1-1 0,1 0 1,0 0-1,0 1 1,1-1-1,-1 0 1,0 0-1,0 1 0,0-1 1,0 0-1,0 0 1,0 1-1,0-1 1,0 0-1,0 0 0,0 0 1,1 1-1,-1-1 1,0 0-1,0 0 1,0 0-1,0 1 0,1-1 1,-1 0-1,0 0 1,0 0-1,0 0 1,1 0-1,-1 0 0,0 1 1,0-1-1,1 0 1,-1 0-1,1 0 1,13 0 838,10-3-725,45-14 1,-54 13-106,354-113 6,35-10-838,-330 110-424,-16 6-4937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28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1 276 24575,'0'0'0,"0"0"0,0 0 0,0 0 0,8-3 0,23-1 0,1 0 0,58 2 0,-34 1 0,188-13 0,0-11 0,258-62 0,170-45 0,-666 131 0,-2 0 0,1 0 0,-1 1 0,1-1 0,7 1 0,-11 0-20,-1 0 0,0 0 0,0 0 0,0 1-1,0-1 1,0 0 0,1 0 0,-1 0 0,0 0 0,0 0 0,0 0-1,0 0 1,0 1 0,0-1 0,0 0 0,1 0 0,-1 0-1,0 0 1,0 0 0,0 1 0,0-1 0,0 0 0,0 0 0,0 0-1,0 0 1,0 1 0,0-1 0,0 0 0,0 0 0,0 0-1,0 0 1,0 1 0,0-1 0,0 0 0,0 0 0,0 0 0,0 0-1,-1 1 1,1-1 0,0 0 0,0 0 0,0 0 0,0 0-1,0 0 1,0 1 0,0-1 0,0 0 0,-1 0 0,1 1-358,-4 7-6448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28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0 24575,'-2'10'0,"-56"317"0,35-183 0,-9 35 0,-37 280 0,68-431 0,1-18 0,0 0 0,-1-1 0,-4 17 0,5-25-28,0-1 1,0 0-1,0 0 0,0 0 0,0 1 0,0-1 0,0 0 0,-1 0 1,1 0-1,0 0 0,0 0 0,0 1 0,0-1 0,-1 0 1,1 0-1,0 0 0,0 0 0,0 0 0,-1 0 0,1 0 1,0 0-1,0 1 0,0-1 0,-1 0 0,1 0 0,0 0 0,0 0 1,0 0-1,-1 0 0,1 0 0,0 0 0,-1-1 0,1 1-418,-7 0-6380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53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24575,'52'8'0,"247"-12"0,-163-1 0,-88 3-116,12 0-509,103 8 1,-145-3-6202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53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0 24575,'0'0'0,"0"6"0,-1-1 0,0 1 0,0-1 0,0 1 0,-3 5 0,-2 8 0,-28 109 0,8-32 0,-21 139 0,46-226-227,0-1-1,0 1 1,1 0-1,0 0 1,3 13-1,0-9-6598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54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1 24575,'1'14'0,"3"24"0,1-1 0,-2 2 0,-2 0 0,-2-1 0,-10 68 0,7-81 0,-2 0 0,-1 0 0,-1 0 0,-2-1 0,0-1 0,-21 37 0,-8-1-1365,35-52-5461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54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234 0 24575,'0'0'0,"0"3"0,0 0 0,-1 0 0,0 0 0,0 0 0,0 0 0,-1 4 0,-2 4 0,-153 426 0,152-425-112,0 2-96,-1-1-1,-1 1 0,0-1 0,0 0 0,-13 16 0,10-18-6617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54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0,7 2 0,6 1 0,7 2 0,8 0 0,7 0 0,6 1 0,3-1 0,-1-1 0,-2 0 0,-5 0 0,1 0 0,-6-1-8191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58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0 24575,'-2'5'0,"1"-1"0,0 1 0,-1 0 0,0 9 0,-1 4 0,-111 424-9,67-269-1347,42-152-5470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58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0 24575,'-23'77'0,"-49"114"0,-51 65 0,104-216 0,9-16 0,-2-1 0,0-1 0,-21 28 0,20-36-1365,0-2-5461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59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24575,'7'3'0,"18"10"0,2-1 0,-1-2 0,1 0 0,33 6 0,115 15 0,-152-28 0,48 6 33,40 8-1431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59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0,7 0 0,117 1 0,227 30 0,-322-25-1365,-18-3-5461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59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0 24575,'0'2'0,"0"0"0,0 0 0,-1-1 0,1 1 0,-1 0 0,1-1 0,-1 1 0,-1 2 0,-1 2 0,-65 187-24,-66 224-1317,131-402-5485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01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1 24575,'0'0'0,"0"0"0,0 0 0,0 0 0,-1 2 0,1 0 0,-1 1 0,1-1 0,-1 0 0,0 0 0,0 0 0,-1 3 0,-3 6 0,-6 39 0,2 0 0,-3 53 0,-4 27 0,-48 136-1365,60-252-5461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02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 24575,'0'0'0,"0"0"0,-1 1 0,-76 134 6,5-11 49,55-90-768,-23 64 0,35-84-6113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02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0,5 2 0,47 16 0,68 14 0,57 2 0,-125-25 0,77 16-1365,-116-22-5461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03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24575,'296'40'0,"-95"-11"0,-167-26-1365,-17-3-5461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03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0 24575,'0'0'0,"-1"16"0,0 0 0,-1-1 0,-1 1 0,0-1 0,-10 26 0,-35 72 0,25-63 0,-8 22 0,-24 85 0,55-154-170,-1-1-1,0 1 0,1-1 1,0 1-1,-1-1 0,1 1 1,1 3-1,1 5-6655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04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0 24575,'-2'2'0,"0"1"0,1-1 0,0 1 0,-1 0 0,1-1 0,0 1 0,0 0 0,0 3 0,-2 4 0,-28 86 0,-29 160 0,38-147 0,15-79-75,-10 58-1215,15-70-5536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04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0 24575,'1'9'0,"0"-1"0,-1 1 0,0 0 0,-1 0 0,0-1 0,-1 1 0,-2 9 0,-22 59 0,21-64 0,-24 62 0,-4-3 0,-66 109 0,95-174-102,0 0-24,-1 1-1,0-1 1,0 0 0,0 0-1,-1 0 1,0-1 0,0 0 0,0 0-1,-8 4 1,0-3-6700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05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24575,'2'0'0,"0"0"0,-1 1 0,1-1 0,-1 1 0,1-1 0,-1 1 0,1 0 0,2 1 0,5 2 0,271 73 0,-82-28 0,-195-48-112,-3-1 39,1 0-1,0 0 0,0 0 0,-1 1 1,1-1-1,0 0 0,0 0 0,-1 1 1,1-1-1,0 1 0,-1-1 1,1 1-1,-1-1 0,1 1 0,0-1 1,0 1-1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05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 24575,'-1'2'0,"1"-1"0,-1 1 0,0 0 0,0 0 0,0 0 0,0-1 0,0 1 0,-1 2 0,-4 5 0,-9 29 0,1 1 0,2 0 0,2 1 0,1 1 0,2-1 0,2 1 0,2 0 0,2 42 0,5-50-1365,-1-18-5461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06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1 24575,'-9'16'0,"3"-4"0,-112 223 0,89-171 0,-34 119 0,29-48-1365,29-117-5461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06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24575,'0'0'0,"0"0"0,6 2 0,33 13 0,64 15 0,44 0 0,40 10 0,-171-35-1365,-1 0-5461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07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0,14 2 0,155 7 0,-55-6 0,93 17-1365,-190-19-5461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07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1 24575,'0'0'0,"0"2"0,1-1 0,-1 1 0,0 0 0,0 0 0,0 0 0,0 0 0,0 0 0,0-1 0,-1 3 0,0 3 0,-5 56 60,-25 107 0,-32 59-1545,59-215-5341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10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12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24575,'14'-1'0,"1"0"0,23 0 0,-35 1 0,0 0 0,-1 0 0,1 1 0,-1-1 0,1 1 0,-1-1 0,0 1 0,1 0 0,-1 0 0,0 0 0,5 3 0,-7-4-52,1 1-1,0-1 1,-1 1-1,1 0 1,-1-1-1,1 1 1,-1 0-1,1-1 1,-1 1-1,1 0 1,-1 0-1,0-1 1,0 1-1,1 0 1,-1 0-1,0 0 1,0-1-1,0 1 1,0 0-1,1 0 1,-1 0-1,-1 0 0,1-1 1,0 1-1,0 1 1,-2 4-6774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13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507 45 24575,'-19'5'0,"-15"3"0,1-2 0,-1-2 0,0-1 0,0-1 0,-59-5 0,90 3 0,1 0 0,-1-1 0,1 1 0,0-1 0,-1 0 0,1 0 0,-3-1 0,5 2 0,0 0 0,0 0 0,0 0 0,0 0 0,-1 0 0,1 0 0,0 0 0,0 0 0,0 0 0,0 0 0,0-1 0,0 1 0,0 0 0,0 0 0,0 0 0,0 0 0,0 0 0,0 0 0,0 0 0,0-1 0,0 1 0,0 0 0,0 0 0,0 0 0,-1 0 0,1 0 0,1 0 0,-1 0 0,0-1 0,0 1 0,0 0 0,0 0 0,0 0 0,0 0 0,0 0 0,0 0 0,0 0 0,0 0 0,0-1 0,0 1 0,0 0 0,0 0 0,0 0 0,0 0 0,0 0 0,1 0 0,11-6 0,37-5 0,0 2 0,56-2 0,-6 0 0,-92 9 0,-7 1 0,-13-1 0,-224-4 0,-2 19 0,239-13 0,-28 2 0,20 0 0,20-2 0,122-4 0,66 1 0,-285 10 0,57-6 0,-80 2 0,208-8 0,-75 4 0,-12 1 0,0-1 0,-1 1 0,1 1 0,0 1 0,15 3 0,-28-5 0,1 0 0,-1 0 0,1 0 0,-1 0 0,0 0 0,1 0 0,-1 0 0,0 0 0,1 0 0,-1 0 0,0 1 0,1-1 0,-1 0 0,0 0 0,0 1 0,1-1 0,-1 0 0,0 0 0,0 1 0,1-1 0,-1 0 0,0 0 0,0 1 0,0-1 0,1 0 0,-1 1 0,0-1 0,0 0 0,0 1 0,0-1 0,0 0 0,0 1 0,0-1 0,0 1 0,0-1 0,0 0 0,0 1 0,0-1 0,0 0 0,0 1 0,0-1 0,0 0 0,0 1 0,0-1 0,-1 0 0,1 1 0,0-1 0,0 0 0,0 1 0,-1-1 0,1 1 0,-15 14 0,13-13 0,-61 47 0,42-35 0,1 1 0,1 1 0,0 1 0,-24 29 0,41-43 7,0 0-1,0 0 0,0 0 0,1 0 1,0 0-1,-1 0 0,1 0 1,0 1-1,0-1 0,1 1 1,-1-1-1,1 0 0,0 1 0,0-1 1,0 1-1,0-1 0,0 1 1,2 5-1,1 0-254,0 0 1,0 0-1,1-1 1,0 1-1,8 12 1,0-2-6579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13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0 24575,'-4'10'0,"0"1"0,-4 17 0,1-1 0,-10 20-341,3 1 0,2 0-1,-9 85 1,20-112-6485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14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0 24575,'0'0'0,"0"0"0,0 0 0,-2 7 0,-17 42 0,-29 53 0,-33 43 0,44-81 0,31-53-1365,0-2-5461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14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24575,'275'68'-1365,"-244"-58"-5461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14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 24575,'0'0'0,"0"0"0,0 0 0,0 0 0,-2 7 0,-59 161 0,-7 23 0,66-178-1365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15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0 24575,'0'0'0,"0"0"0,0 0 0,1 2 0,0-1 0,0 1 0,0-1 0,0 1 0,0-1 0,-1 1 0,1-1 0,0 3 0,-1-3 0,3 8 0,-1 0 0,0 0 0,-1 0 0,0 0 0,-1 0 0,0 1 0,0-1 0,-1 0 0,0 0 0,0 0 0,-4 12 0,-2 3 0,-1 0 0,-22 44 0,15-37 0,-2-1 0,-1-1 0,-1-1 0,-32 38 0,49-64-85,1-1 0,0 0-1,0 1 1,-1-1 0,1 0-1,-1 0 1,1 0 0,-1 0-1,0 0 1,1 0 0,-1 0-1,0-1 1,1 1 0,-1-1-1,-3 1 1,-7 0-6741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15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24575,'0'0'0,"0"0"0,6 1 0,189 40 60,-102-24-1485,-61-11-5401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16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16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00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24575,'20'0'0,"405"35"0,-343-26 0,-60-7-1365,-1 0-5461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00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 24575,'-2'8'0,"-115"372"0,114-372-227,1-1-1,-1 0 1,-1 0-1,1 0 1,-7 8-1,1-3-6598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17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55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1 24575,'-1'10'0,"-1"-1"0,0 0 0,0 1 0,-1-1 0,0 0 0,-1 0 0,-6 13 0,3-9 0,-90 169 0,58-115 0,-41 97 0,78-157-136,-1-1-1,1 1 1,0 0-1,0 0 1,0 0-1,1 0 1,0 0-1,1 0 0,0 7 1,3 3-6690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55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1 24575,'0'0'0,"-8"18"0,-62 164 0,-110 265 0,180-445-44,-4 6-176,0 1 0,0-1 0,0 0-1,-1 0 1,-9 11 0,3-9-6606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56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24575,'19'9'0,"8"0"0,1 0 0,0-2 0,34 4 0,87 4 0,-121-13 0,15 0 0,-18-1 0,41 6 0,-58-4-1365,-2-1-5461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17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43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24575,'18'6'0,"6"-1"0,-1 0 0,1-2 0,0-1 0,27-1 0,100-10 0,-101 5 0,123-11 0,104-7 0,-275 22-116,6-1 359,-7 2-555,-5 1-868,-3 1-5646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43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0 24575,'-7'21'0,"-8"41"0,-14 126 0,16-79 0,-23 101 0,25-161 0,-3-1 0,-23 58 0,24-81 0,11-25-14,1-4-882,1 3 441,-1-9-6371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44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 24575,'13'-3'0,"86"-15"0,108-6 0,-142 18 0,394-23 0,-442 28-1365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44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1 24575,'0'0'0,"0"0"0,0 0 0,-2 20 0,-9 64 0,-26 93 0,-35 80 0,49-179 0,22-75 0,-8 27 0,-10 61 0,19-90-72,0 0 1,0 0-1,0 0 0,0 0 0,0 0 0,0 0 0,0 0 0,0 0 1,0 0-1,0 0 0,1 0 0,-1 0 0,0 0 0,1 0 0,-1 0 1,1-1-1,-1 1 0,2 2 0,5 3-6754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45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24575,'0'0'0,"0"0"0,0 0 0,0 0 0,39 6 0,173 2 0,1-17 0,-188 7 0,86-6 0,49-2 0,-147 9-1365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45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0 24575,'0'17'0,"-3"47"-4,-2-1 0,-19 86 0,-42 123 92,-1 1-1529,63-254-5385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46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24575,'0'0'0,"16"5"0,54 9 0,1-2 0,91 3 0,144-11 0,-287-4 0,70-2 0,99 3 0,-174 0-1365,-2 1-5461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46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0 24575,'-4'18'0,"3"-13"0,-61 200 0,42-146 0,1 0 0,-16 97 0,33-122-1365,3-26-5461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46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 24575,'23'-1'0,"38"-7"0,-17 1 0,-17 4-88,166-18 307,2 17-1715,-173 6-5330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47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1 24575,'6'31'0,"-1"0"0,-2 0 0,-1 0 0,-2 1 0,-1-1 0,-5 37 0,-3-20 0,-1-1 0,-2 0 0,-24 57 0,30-89-107,2-7-103,1-1 0,0 1 1,1 0-1,0 0 1,-2 14-1,4-7-6616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47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0 24575,'0'0'0,"-3"17"0,-33 183 0,-12 79 0,34-178-1365,13-87-5461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48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0 24575,'-1'2'0,"1"0"0,0 0 0,-1 0 0,1-1 0,-1 1 0,0 0 0,-1 3 0,-2 4 0,-51 156 0,-7 21 0,41-134 0,-38 73 0,57-122-195,0 0 0,0 0 0,0 0 0,0 0 0,0-1 0,-4 4 0,-4 2-6631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48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0,3 0 0,1 1 0,0-1 0,-1 1 0,1 0 0,6 3 0,9 2 0,96 13-77,152 5 0,-157-16-1134,-78-5-5615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49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24575,'42'3'0,"0"-1"0,81-8 0,-78 3 0,69-5-90,-12-1-547,169 8-1,-252 2-6188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49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 24575,'1'34'0,"-1"0"0,-2-1 0,-2 1 0,-1 0 0,-16 56 0,-66 156 0,84-239 0,0 1-91,-3 6-164,0 1 0,1 0 1,1 0-1,-4 25 0,8-34-6571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50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0 24575,'-12'29'0,"1"0"0,2 1 0,-7 35 0,9-39 0,-38 219 0,44-236-1365,1-2-5461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50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0 24575,'-69'148'0,"44"-99"0,-65 143 0,80-166 0,1 1 0,1-1 0,1 2 0,2-1 0,-4 42 0,11-54-1365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51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24575,'0'0'0,"0"0"0,5 1 0,77 11 0,120 1 0,-125-10 0,-9-1-1365,-39-3-5461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51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24575,'7'0'0,"185"-1"0,-60-1 0,135 16 0,-265-14-75,7 1-248,-1 0 1,0 0-1,12 5 1,-11-3-6504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8:52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0 24575,'3'19'0,"0"1"0,0-1 0,-2 1 0,-1-1 0,0 1 0,-1-1 0,-7 34 0,-5 5 0,-24 67 0,23-83-90,3-11-335,1 1 0,-8 43 0,16-53-6401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18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18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0,0 0 0,0 0 0,0 0 0,0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18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0,2 6 0,1 2-8191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25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1 24575,'-4'38'0,"0"-1"0,-20 70 0,15-67 0,-147 478 0,140-461-1365,11-33-5461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25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0 24575,'-3'12'0,"-129"667"0,131-672-120,1-5 51,0 0 0,0 0 0,0 0-1,-1 0 1,1 0 0,-1 0 0,1-1 0,-1 1 0,0 0-1,1 0 1,-1 0 0,0-1 0,0 1 0,0 0-1,-1-1 1,1 1 0,-2 1 0,-6 1-6757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26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24575,'227'6'0,"180"-22"0,-400 15-341,0 0 0,1 0-1,9-3 1,-3-1-6485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26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0 24575,'-1'9'0,"-95"553"0,91-540-119,-14 52 372,16-64-503,-1-1 0,0 1 0,0-1 1,-1 0-1,-7 11 0,5-11-6576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26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1 24575,'-3'10'0,"-182"614"0,178-595-120,-1 3 247,-11 31 0,16-55-294,0 0 1,-1 0-1,0 0 1,0-1-1,-1 0 0,0 1 1,0-1-1,-12 11 1,2-5-6660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27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24575,'364'47'0,"-239"-29"0,-21-2 24,72 9-1413,-151-23-5437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27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0 145 24575,'19'-7'0,"302"-75"0,-156 43 0,-135 31-1365,-2 0-5461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28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 24575,'0'0'0,"0"7"0,-1 10 0,-1 12 0,-1 15 0,-2 11 0,0 12 0,-2 8 0,1 3 0,-1-1 0,0-3 0,0-3 0,-1-5 0,-1-3 0,0-7 0,-2-1 0,1-10-8191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51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4174 1344 24575,'-18'12'0,"2"-5"0,0 0 0,0 0 0,0-2 0,-1 0 0,0-1 0,-31 4 0,-108 0 0,143-7 0,-580-32 0,4-49 0,574 77 0,-845-118 0,557 61 0,5-20 0,245 65 0,-168-42 0,-172-56 0,389 112 0,-237-98 0,214 85 0,2 0 0,-1-2 0,2 0 0,0-2 0,1-1 0,-36-37 0,52 48 0,1-1 0,-1 0 0,2 0 0,-1 0 0,1 0 0,0-1 0,1 0 0,0 0 0,1 0 0,0-1 0,0 1 0,-1-16 0,4 13 0,-1 1 0,2-1 0,0 0 0,0 0 0,1 1 0,1-1 0,0 1 0,0-1 0,1 1 0,7-13 0,-3 8 0,1 0 0,1 1 0,0 0 0,1 0 0,1 1 0,0 1 0,1 0 0,29-23 0,-22 22 0,1 0 0,1 2 0,0 1 0,0 1 0,1 0 0,27-7 0,-11 6 0,2 2 0,-1 2 0,45-4 0,-22 8 0,80 3 0,185 28 0,-84-6 0,-39-6 0,306 14 0,-176-19 0,233 0 0,-336-15 0,106 0 0,-2 21 0,-248-4 0,-1 4 0,87 27 0,162 70 0,-261-84 0,-3 3 0,109 65 0,-144-74 0,-2 1 0,-1 2 0,-1 2 0,-1 1 0,-2 1 0,39 49 0,-61-68 0,-1-1 0,0 1 0,-1 1 0,0-1 0,-1 1 0,0 0 0,-1 0 0,5 23 0,-7-27 0,-1 1 0,-1-1 0,0 1 0,0-1 0,0 0 0,-1 1 0,0-1 0,-1 1 0,0-1 0,0 0 0,-1 0 0,0 0 0,0 0 0,-6 9 0,-1 0 0,-1-2 0,-1 1 0,0-2 0,0 1 0,-1-2 0,-29 23 0,20-20 0,-2 0 0,1-2 0,-2-1 0,-28 11 0,-11-1 0,-2-3 0,0-3 0,-68 9 0,-16-2 0,0-7 0,-2-6 0,-240-15 0,90-22-81,-202-11-2207,401 34-3534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52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0 24575,'19'2'0,"-18"-2"0,1 0 0,-1 1 0,0-1 0,1 1 0,-1 0 0,0-1 0,0 1 0,0 0 0,0 0 0,1-1 0,-1 1 0,0 0 0,-1 0 0,1 0 0,0 1 0,0-1 0,0 0 0,0 0 0,-1 0 0,1 0 0,-1 1 0,1-1 0,-1 0 0,1 1 0,-1-1 0,0 0 0,0 1 0,1-1 0,-1 3 0,0 6 0,1 0 0,-1 0 0,-2 11 0,1-10 0,-6 55 0,-3-1 0,-25 88 0,-4 22 0,38-172 0,-2 12 0,1-1 0,0 24 0,2-38-59,0 1 0,0-1-1,0 1 1,0-1-1,0 0 1,0 1 0,0-1-1,0 1 1,0-1 0,1 0-1,-1 1 1,0-1 0,0 1-1,1-1 1,-1 0-1,0 1 1,0-1 0,1 0-1,-1 1 1,0-1 0,1 0-1,-1 1 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53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754 1 24575,'0'2'0,"-1"1"0,0-1 0,0 0 0,0 1 0,0-1 0,-1 0 0,1 0 0,0 0 0,-3 2 0,-1 3 0,-122 177 0,73-110 0,1 1 0,-171 247 0,30 17 0,174-300-341,3 1 0,1 1-1,-11 43 1,23-67-6485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55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0 323 24575,'0'0'0,"2"0"0,-1-1 0,0 0 0,1 1 0,-1-1 0,1 0 0,-1 0 0,0 0 0,0 0 0,2-1 0,3-3 0,69-44 0,100-46 0,-121 70 0,1 3 0,108-29 0,-93 35 0,128-13 0,-149 29 0,-64-9 0,3 6 0,0 0 0,-1 0 0,1 2 0,-1 0 0,1 0 0,-1 1 0,0 0 0,1 1 0,-1 1 0,1 0 0,-15 4 0,-17 8 0,-70 29 0,110-41 0,-183 86 0,143-64 0,1 2 0,-44 36 0,83-59 0,-1 0 0,1 1 0,0 0 0,1 0 0,-1 0 0,1 0 0,0 1 0,0-1 0,0 1 0,0 0 0,-1 5 0,2-6 0,1 0 0,1 0 0,-1 0 0,1 0 0,-1 0 0,1 0 0,0 0 0,1 1 0,-1-1 0,1 0 0,0 0 0,0 0 0,0 0 0,0-1 0,3 6 0,0-1 0,0 0 0,1 0 0,0 0 0,1-1 0,0 0 0,0 0 0,0-1 0,1 1 0,0-1 0,0-1 0,0 1 0,1-1 0,0-1 0,9 5 0,7 2 0,1-1 0,0-2 0,43 10 0,-2-6 0,113 4 0,-18-3 0,-152-13 0,0 2 0,-1-1 0,1 2 0,-1-1 0,11 5 0,-17-6 0,0-1 0,-1 1 0,1 0 0,-1 0 0,1 0 0,-1 0 0,1 0 0,-1 0 0,0 0 0,1 1 0,-1-1 0,0 0 0,0 1 0,0-1 0,0 1 0,0 0 0,-1-1 0,1 1 0,0-1 0,-1 1 0,1 0 0,-1 0 0,1-1 0,-1 1 0,0 0 0,0 0 0,0 0 0,0-1 0,0 1 0,0 0 0,0 0 0,-1 3 0,-2 1 0,1 1 0,-1-1 0,0 0 0,0 0 0,-1 0 0,0 0 0,0 0 0,0-1 0,-1 0 0,-8 8 0,-8 5 0,-29 19 0,49-36 0,-34 23 0,-1-1 0,-1-2 0,-1-2 0,-1-1 0,-1-2 0,0-2 0,-1-1 0,-78 13 0,110-25 0,0 0 0,0 0 0,0-1 0,0 0 0,0-1 0,0 0 0,-14-3 0,20 3 0,0 0 0,0 0 0,1-1 0,-1 1 0,0-1 0,1 1 0,-1-1 0,1 0 0,-1 0 0,1 0 0,0 0 0,0 0 0,0 0 0,0-1 0,0 1 0,1-1 0,-1 1 0,1-1 0,-1 0 0,1 1 0,0-1 0,0 0 0,0 0 0,1 0 0,-2-6 0,2 2 0,0-1 0,0 1 0,1-1 0,-1 1 0,2 0 0,-1-1 0,1 1 0,0 0 0,1 0 0,-1 0 0,1 0 0,1 0 0,5-8 0,5-5 0,0 0 0,30-32 0,-13 21 0,66-51 0,44-18 0,-74 56 0,94-84 0,-141 110 0,25-31 0,-40 42 0,0 0 0,0 0 0,-1 0 0,0 0 0,0-1 0,0 1 0,-1-1 0,4-16 0,-7 21 0,1-1 0,-1 1 0,0 0 0,-1 0 0,1-1 0,0 1 0,-1 0 0,0 0 0,0 0 0,0-1 0,0 1 0,0 0 0,0 1 0,-1-1 0,0 0 0,1 0 0,-1 1 0,0-1 0,-1 1 0,1-1 0,0 1 0,-1 0 0,-4-4 0,-3-1 0,0 1 0,0 0 0,-1 0 0,1 1 0,-15-4 0,0 1-136,0 1-1,0 2 1,-1 0-1,0 2 1,1 1-1,-1 1 1,0 1-1,0 1 0,-48 9 1,22 2-6690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56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24575,'3'21'0,"10"224"0,-4-44 0,-5-157 0,2 0 0,18 64 0,-22-99-115,11 31 364,-12-37-356,0-1 0,0 0 0,1 1 0,-1-1 0,0 0 0,1 0-1,-1 0 1,1 0 0,0 0 0,-1 0 0,1-1 0,0 1 0,3 1 0,4 1-6719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57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890 1 24575,'0'0'0,"-6"5"0,-227 245 0,173-182 0,14-16 0,-383 453 0,363-416 0,57-75 0,1 1 0,0-1 0,1 2 0,-8 22 0,15-37-54,-1 0-1,1 0 0,0 0 1,-1-1-1,1 1 1,0 0-1,0 0 0,0 0 1,0-1-1,0 1 1,0 0-1,0 0 0,0 0 1,0 0-1,0-1 0,1 1 1,-1 0-1,0 0 1,0 0-1,1-1 0,-1 1 1,1 0-1,-1-1 1,1 2-1,7 5-6771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39:57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42 24575,'116'-19'0,"-77"11"0,0 2 0,71-2 0,-105 8 0,-1 0 0,1 0 0,0 1 0,-1 0 0,1 0 0,0 0 0,-1 0 0,1 1 0,-1 0 0,8 4 0,-10-5 0,-1 0 0,1 1 0,0-1 0,-1 1 0,1 0 0,-1-1 0,0 1 0,1 0 0,-1 0 0,0 0 0,0 0 0,0 0 0,-1 0 0,1 0 0,0 0 0,-1 0 0,1 0 0,-1 0 0,0 1 0,0-1 0,1 0 0,-2 0 0,1 0 0,0 1 0,-1 2 0,-1 6 0,-1 0 0,0 0 0,-1 0 0,0 0 0,-1 0 0,0-1 0,-7 11 0,-6 5 0,-27 34 0,9-20 0,-61 54 0,-50 27 0,145-119 0,-1 0 0,1 0 0,0 0 0,0 0 0,0 0 0,0 0 0,0 1 0,-3 4 0,5-6 0,0-1 0,0 1 0,0-1 0,0 1 0,-1-1 0,1 0 0,0 1 0,0-1 0,0 1 0,0-1 0,0 1 0,0-1 0,1 1 0,-1-1 0,0 1 0,0-1 0,0 0 0,0 1 0,0-1 0,1 1 0,-1-1 0,0 0 0,1 1 0,0 0 0,0 0 0,0 0 0,0 0 0,1 0 0,-1 0 0,0-1 0,1 1 0,-1 0 0,0-1 0,1 0 0,1 1 0,8 2 0,1-1 0,0-1 0,-1 0 0,1 0 0,0-1 0,13-2 0,70-13 0,-87 14 0,256-68 0,-32 7 0,-227 60-341,1 2 0,0-1-1,10 0 1,0 2-6485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7:55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4037 0 24575,'-5'14'0,"1"-6"0,-4 20 0,1-1 0,1 1 0,1 1 0,-1 31 0,5 116 0,38 310 0,-12-232 0,28 269 0,-9-101 0,-16 1 0,-23-275 0,38 605 0,24-221-866,-26-221 164,96 553 615,35 70 1740,-169-913-1651,61 335-2,50 314 0,-102-583 0,124 813 0,-77-485 0,-57-405 0,-2 1 0,0 0 0,0 0 0,-1 0 0,-3 14 0,3-19 0,-1 0 0,0 0 0,-1-1 0,1 1 0,-1-1 0,0 1 0,0-1 0,-1 0 0,1 0 0,-9 8 0,-2 0 0,-1-1 0,0 0 0,-1-1 0,0-1 0,-1-1 0,0 0 0,-34 12 0,-7-2 0,-67 13 0,-211 26 0,-3-20 0,286-33 0,-1423 142 0,801-69 0,-25 2 0,358-59 0,-1-17 0,30-1 0,259-1-1365,36-1-5461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8:57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0 24575,'-9'16'0,"-35"50"0,-15 27 0,57-89 0,0 1 0,0-1 0,1 0 0,0 1 0,0-1 0,0 1 0,0 0 0,1-1 0,-1 10 0,2 2 0,5 25 0,-3-26 0,30 215 0,4 265 0,-36-364 0,-6-1 0,-6 0 0,-43 204 0,12-171 0,-21 107 0,63-266-60,0-1 0,0 1 0,1-1 0,-1 1 0,1-1 0,0 1-1,0-1 1,0 0 0,0 1 0,1-1 0,-1 0 0,1 0 0,0 0 0,0 0-1,0 0 1,0-1 0,3 4 0,-3-4-223,16 21-6543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9:04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0 156 24575,'79'0'0,"259"-6"0,41-37 0,-3-23 0,-330 57 0,93-16 0,-109 21 0,0 2 0,48 1 0,-66 4 0,-12-3 0,0 0 0,0 0 0,0 0 0,0 1 0,0-1 0,0 0 0,0 0 0,1 0 0,-1 0 0,0 0 0,0 1 0,0-1 0,0 0 0,0 0 0,0 0 0,0 0 0,0 0 0,0 1 0,0-1 0,0 0 0,0 0 0,0 0 0,0 0 0,0 1 0,0-1 0,0 0 0,0 0 0,0 0 0,0 0 0,0 1 0,0-1 0,0 0 0,0 0 0,-15 15 0,4-5 0,2 2-1365,-2 2-5461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1:01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24575,'0'0'0,"1"6"0,-1 1-8191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23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2672 777 24575,'0'0'0,"0"0"0,0 0 0,0 0 0,-16 10 0,-3 1 0,0-1 0,-1-2 0,0 0 0,0 0 0,-24 3 0,-109 17 0,130-24 0,-160 18 0,-25 5 0,76-6 0,-142 3 0,-110-20 0,265-8 0,-144-24 0,190 15 0,0-3 0,-116-43 0,147 43 0,1-3 0,1-1 0,1-2 0,1-1 0,-61-50 0,85 61 0,1 0 0,0-1 0,1-1 0,0 0 0,1-1 0,0 0 0,2-1 0,0 0 0,-9-21 0,14 27 0,1 0 0,0 0 0,0 0 0,1-1 0,1 1 0,0-1 0,0 0 0,1 1 0,0-1 0,1 0 0,0 1 0,0-1 0,1 1 0,1-1 0,0 1 0,0 0 0,7-12 0,-3 9 0,0 1 0,1 0 0,1 0 0,0 1 0,1 0 0,0 1 0,0 0 0,1 1 0,1 0 0,-1 0 0,19-9 0,2 0 0,2 2 0,0 1 0,44-12 0,-35 15 0,0 2 0,83-8 0,92 7 0,2 1 0,-74-8 0,99-6 0,-129 22 0,230 26 0,129 7 0,-461-31 0,157 5 0,-132-2 0,-1 2 0,54 14 0,-81-16 0,1 0 0,-2 1 0,1 1 0,0 0 0,-1 0 0,0 1 0,10 7 0,-16-9 0,0-1 0,0 1 0,0-1 0,0 1 0,-1 1 0,0-1 0,1 0 0,-2 1 0,1-1 0,0 1 0,-1 0 0,0 0 0,0 0 0,-1 0 0,1 0 0,-1 0 0,1 9 0,-2-1 0,-1 1 0,0 0 0,0-1 0,-2 0 0,0 1 0,0-1 0,-1 0 0,0 0 0,-1-1 0,-1 1 0,0-1 0,-15 21 0,-5 4 0,-2-2 0,-50 50 0,44-52 0,-1 0 0,-55 37 0,63-51 0,-1-3 0,-1 0 0,0-2 0,-46 17 0,38-20-1365,2 0-5461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26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2376 3082 24575,'-236'26'0,"141"-18"0,-201 10 0,-1-29 0,-296-82 0,532 79 0,1-2 0,0-3 0,-62-29 0,88 32 0,2-1 0,0-2 0,1-1 0,0-1 0,2-2 0,-43-43 0,42 33 0,2-2 0,1-1 0,1-1 0,3-1 0,0-2 0,3 0 0,2-1 0,1-1 0,2 0 0,-9-45 0,9 16 0,3 1 0,4-2 0,2 1 0,4-1 0,10-111 0,9 30 0,64-255 0,-60 331 0,3 1 0,3 0 0,4 3 0,58-101 0,-61 126 0,3 2 0,2 1 0,2 1 0,1 2 0,3 2 0,1 2 0,55-42 0,-43 44 0,1 2 0,1 2 0,2 3 0,88-32 0,-67 34 0,2 4 0,161-24 0,-99 30 0,1 7 0,0 5 0,272 28 0,-350-15 0,254 33 0,-5 23 0,-278-54 0,0 1 0,-1 2 0,0 1 0,-1 1 0,38 25 0,-55-29 0,-1-1 0,0 2 0,-1 0 0,0 1 0,-1 0 0,-1 1 0,0 1 0,-1 0 0,-1 0 0,0 1 0,-1 0 0,8 20 0,2 15 0,-3 1 0,19 103 0,-3 112 0,-24-191 0,-2-12 0,-3 0 0,-2 0 0,-3 1 0,-12 65 0,4-65 0,-4-1 0,-2-1 0,-3 0 0,-3-1 0,-2-2 0,-46 83 0,-106 129 0,112-177 0,-31 60 0,6-9 0,89-146 0,-155 217 0,133-191 0,-1-1 0,-1-1 0,-1-1 0,-1-1 0,-51 34 0,28-30 0,-1-1 0,-1-3 0,-1-2 0,-1-2 0,-98 19 0,-282 19 0,325-46 0,-116 15-1365,181-20-5461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00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1 24575,'-4'9'0,"-15"38"0,2 0 0,-14 68 0,-11 102 0,40-201 0,-11 61-120,-68 349-1125,76-404-5581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01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 24575,'-1'10'0,"-32"205"0,-80 285 0,55-316 124,3-10-1613,53-168-5337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01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24575,'20'-1'0,"534"-3"0,-555 3-1365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02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 24575,'0'5'0,"-1"0"0,0 1 0,0-1 0,-2 8 0,-2 4 0,-26 124 0,-96 514 0,124-614-1365,4-25-5461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02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0 24575,'-4'77'0,"-23"127"0,23-180 0,-37 185 0,-127 376 0,165-577-110,-4 13 347,7-21-312,0 1 1,-1 0-1,1 0 0,0-1 1,-1 1-1,1 0 1,-1-1-1,1 1 0,-1 0 1,1-1-1,-1 1 1,1-1-1,-1 1 1,0 0-1,1-1 0,-1 0 1,0 1-1,1-1 1,-2 1-1,-4-1-6751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03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24575,'0'0'0,"0"0"0,239 7 0,-72-8 0,168 7 0,-301-1-1365,-21 0-5461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04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90 24575,'7'-3'0,"0"0"0,0 0 0,1 0 0,-1 1 0,1 0 0,-1 1 0,12-2 0,-1 1 0,268-32 0,5 16 0,-216 14 0,-11 0 0,61-3 0,165 10 0,-266 0-37,-19-1-110,0-1-1,1 0 1,-1-1-1,1 1 0,-1-1 1,1 0-1,-1-1 1,7 0-1,-5-2-6678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04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0 24575,'-2'51'0,"-2"0"0,-11 55 0,-30 99 0,42-192 0,-134 562-1365,131-551-5461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05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0 24575,'-4'9'0,"-96"243"0,19 5 0,68-214 0,-35 129 0,40-140 0,3 0 0,0 1 0,1 43 0,4-72-170,0 1-1,0 0 0,1 0 1,0-1-1,0 1 0,0 0 1,4 8-1,4 5-6655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05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312 1 24575,'0'1'0,"-1"0"0,0 0 0,1 0 0,-1 1 0,1-1 0,0 0 0,-1 0 0,1 0 0,0 1 0,0-1 0,0 2 0,-1 6 0,-62 251 0,-34 156 0,77-314 0,-15 65 0,22-116 0,-23 59 0,33-101 0,-1 0 0,-8 13 0,12-22-32,0 1-1,0-1 1,0 0-1,-1 1 1,1-1-1,0 0 1,0 1-1,-1-1 1,1 0-1,0 0 1,0 1-1,-1-1 1,1 0-1,0 0 1,-1 1-1,1-1 1,0 0-1,-1 0 1,1 0-1,-1 0 1,1 1-1,0-1 1,-1 0-1,1 0 1,-1 0-1,1 0 1,0 0-1,-1 0 1,1 0-1,-1 0 1,1 0-1,0 0 1,-1 0-1,1-1 1,0 1-1,-1 0 0,1 0 1,-1 0-1,1 0 1,0-1-1,-1 1 1,-9-6-6794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06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 24575,'6'0'0,"376"-22"0,-21 1 0,-349 21-113,-3-1-26,0 1 0,0 0-1,0 0 1,0 1 0,0 0 0,0 1 0,0 0 0,14 5 0,-8 1-6687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06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1 24575,'0'0'0,"-2"6"0,-2 12 0,-3 17 0,-4 19 0,-6 17 0,-5 14 0,-4 9 0,-1 0 0,2-4 0,3-10 0,5-11 0,4-14 0,4-13 0,5-7 0,3-9-8191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06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 1 24575,'-1'79'0,"-18"118"0,13-144 0,-67 391 0,42-311 0,-63 166 0,89-283-195,-1 0 0,-1-1 0,0 0 0,-1 0 0,0-1 0,-17 22 0,6-17-6631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07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58 24575,'1'-1'0,"1"0"0,-1 1 0,0-1 0,1 1 0,-1 0 0,1-1 0,-1 1 0,1 0 0,-1 0 0,3 0 0,3-1 0,293-32 0,2 17 0,-277 15 0,192-2-1365,-184 5-5461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07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0 24575,'0'11'0,"-1"65"0,-16 102 0,-27 74 0,-52 115-243,71-279-879,15-53-5704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08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0 24575,'2'7'0,"0"0"0,-1-1 0,0 1 0,0 0 0,0 0 0,-1 0 0,-1 8 0,-8 50 0,7-57 0,-14 67 0,-47 132 0,-48 67 0,55-142 0,39-92-341,2 0 0,1 1-1,-15 84 1,26-90-6485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08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24575,'0'0'0,"6"-1"0,13-1 0,18-1 0,20-3 0,22 1 0,20 1 0,11 2 0,3 3 0,-7 3 0,-13 3 0,-11 3 0,-20 0-8191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41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 24575,'0'0'0,"0"0"0,0 0 0,0 1 0,5 20 0,-2 1 0,0-1 0,-2 1 0,0 30 0,-14 86 0,-55 202 0,9-73 0,58-257-118,-1-2-60,0 0 0,1 1 0,1-1-1,-1 0 1,1 0 0,2 14 0,2-9-6648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41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0 24575,'0'0'0,"-1"2"0,1 0 0,-1 0 0,1 0 0,-1 0 0,0-1 0,0 1 0,0 0 0,0-1 0,-1 3 0,-4 6 0,-72 191 0,16 7 0,-42 120 0,99-315-118,-31 72-1129,32-77-5579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42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 24575,'2'0'0,"-1"1"0,0-1 0,1 1 0,-1-1 0,1 0 0,0 0 0,-1 0 0,1 0 0,2 0 0,3 0 0,254-2 0,0-22 0,-193 17 0,-65 6-106,-2 1 32,0 0 0,0 0 0,0 0 0,0 0 0,0 0 0,0 0 0,1 0 0,-1 0 0,0 0-1,0 0 1,0 0 0,0 1 0,0-1 0,0 1 0,0-1 0,1 1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42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98 24575,'10'-1'0,"205"-24"0,-23 4 0,-85 7 0,203-23 0,-274 37-1365,-22 1-5461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43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0 24575,'-1'11'0,"-77"558"0,51-408 0,-20 111-1365,44-251-5461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44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 24575,'9'-2'0,"25"-8"0,2 2 0,37-3 0,74-1 0,-113 10 0,477-15 0,-502 17-118,19 1 367,-27-1-332,1 0 0,-1 0-1,0 0 1,0 0 0,0 1 0,1-1 0,-1 1 0,0-1 0,0 1 0,0-1 0,0 1 0,0 0-1,0-1 1,0 1 0,0 0 0,0 0 0,1 1 0,1 5-6743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44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0 24575,'2'98'0,"-1"57"0,-7-55 0,-25 140 0,19-183 0,-2-2 0,-2 0 0,-48 104 0,-6-29-1365,58-112-5461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45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1 24575,'-1'1'0,"0"0"0,0 0 0,0 1 0,1-1 0,-1 1 0,1-1 0,-1 1 0,1-1 0,-1 2 0,-1 5 0,-19 56 0,3 1 0,3 1 0,-9 90 0,1 205 0,20-283 0,1-61 0,1-11 0,1 0 0,0-1 0,0 1 0,0-1 0,0 1 0,2 9 0,3-9-1365,1-4-5461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45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1 24575,'-41'379'0,"-16"97"0,29-340 0,21-109 0,-1 0 0,-23 49 0,31-76-1,-2 4 25,0-1 0,0 0 0,0 1 0,-4 4 0,5-7-86,0 0 0,1-1 1,-1 1-1,0-1 0,0 1 0,0 0 0,1-1 0,-1 0 1,0 1-1,0-1 0,0 0 0,0 1 0,0-1 0,0 0 1,0 0-1,0 0 0,0 0 0,0 1 0,0-2 0,0 1 0,0 0 1,0 0-1,-1 0 0,-14-5-6764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46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24575,'0'0'0,"7"0"0,306 13 0,0-22 0,-247 7 0,-62 1-50,122 1-1265,-102 3-5511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58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24575,'0'0'0,"0"0"0,0 0 0,0 0 0,0 0 0,0 0 0,0 0 0,0 0 0,2 0 0,61-7 0,72 2 0,-59 4 0,66-5 0,262 1 0,-393 6 0,-8-1 0,1-1 0,0 2 0,0-1 0,0 0 0,-1 1 0,1 0 0,0-1 0,-1 2 0,1-1 0,3 2 0,-4 0-1365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58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0 24575,'0'0'0,"0"0"0,0 0 0,0 1 0,-72 526 0,52-400 0,-23 170 0,43-295-119,0-1 72,-1 0-1,1-1 0,0 1 0,0-1 0,0 1 0,0-1 0,0 1 0,0 0 0,0-1 0,0 1 0,0-1 0,0 1 0,0-1 0,0 1 0,0 0 0,1-1 0,-1 1 0,0-1 1,0 1-1,1-1 0,-1 1 0,0-1 0,1 1 0,-1-1 0,1 1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59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0 24575,'0'0'0,"0"0"0,-2 11 0,-67 337 0,14-82 0,22 3 0,33-266 0,-1 9 0,1 0 0,0 0 0,3 22 0,-3-34-36,0 1 0,0-1 0,0 1 1,1-1-1,-1 1 0,0-1 0,0 1 0,0-1 0,0 0 0,1 1 0,-1-1 0,0 1 0,0-1 0,1 0 0,-1 1 0,0-1 0,1 1 1,-1-1-1,1 0 0,-1 0 0,0 1 0,1-1 0,-1 0 0,1 0 0,-1 1 0,1-1 0,-1 0 0,0 0 0,1 0 0,-1 0 0,1 0 1,-1 0-1,1 0 0,-1 0 0,1 0 0,-1 0 0,2 0 0,10-1-6790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59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0 24575,'-2'71'0,"-19"122"0,-34 65 0,37-187 0,-31 78 0,33-109 0,-2 0 0,-2-1 0,-32 45 0,40-72-1365,6-9-5461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59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24575,'0'0'0,"0"0"0,6 0 0,32 1 0,67 12 0,-50-5 0,49 4 0,1-3 0,209-12 0,-299 4-1365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22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180 188 24575,'0'-5'0,"1"0"0,-1 0 0,1 1 0,1-1 0,-1 1 0,1-1 0,0 1 0,0-1 0,0 1 0,0 0 0,1 0 0,0 0 0,-1 0 0,2 0 0,4-4 0,2-2 0,0 1 0,1 0 0,24-14 0,-18 13 0,1 1 0,-1 1 0,2 1 0,-1 1 0,1 0 0,0 1 0,0 1 0,21-1 0,-27 4 0,0 0 0,1 1 0,-1 0 0,0 1 0,1 0 0,-1 2 0,0-1 0,0 2 0,0-1 0,-1 2 0,1 0 0,19 11 0,-29-15 0,0 1 0,-1 0 0,1-1 0,-1 1 0,0 1 0,1-1 0,-1 0 0,0 0 0,0 1 0,0 0 0,0-1 0,-1 1 0,1 0 0,1 4 0,-3-5 0,1 1 0,-1-1 0,1 1 0,-1-1 0,0 1 0,0 0 0,-1-1 0,1 1 0,0-1 0,-1 1 0,1-1 0,-1 1 0,0-1 0,0 0 0,0 1 0,0-1 0,-1 0 0,-1 3 0,-4 5 0,-1 0 0,0 0 0,0-1 0,-1-1 0,-1 0 0,-17 13 0,-67 36 0,-94 32 0,107-52 0,80-37 0,1 0 0,-1 0 0,0 1 0,1-1 0,-1 0 0,0 0 0,0 1 0,1-1 0,-1 1 0,0-1 0,1 0 0,-1 1 0,1-1 0,-1 1 0,1 0 0,-1-1 0,1 1 0,-1-1 0,1 1 0,-1 0 0,1-1 0,0 1 0,-1 0 0,1-1 0,0 1 0,-1 1 0,2-1 0,0 0 0,0 0 0,0 0 0,0 0 0,-1 0 0,1-1 0,0 1 0,1 0 0,-1 0 0,0-1 0,0 1 0,0-1 0,0 1 0,0-1 0,1 1 0,1-1 0,43 13 0,1-2 0,52 4 0,-55-9 0,79 12 0,127 21 0,-245-38 0,1 0 0,0 0 0,0 1 0,0 0 0,0 0 0,5 3 0,-10-5 0,0 0 0,0 1 0,0-1 0,-1 1 0,1-1 0,0 1 0,0 0 0,-1-1 0,1 1 0,-1 0 0,1-1 0,0 1 0,-1 0 0,1 0 0,-1-1 0,0 1 0,1 0 0,-1 0 0,0 0 0,1 0 0,-1 0 0,0 0 0,0 0 0,0-1 0,0 1 0,0 0 0,0 0 0,0 0 0,0 0 0,0 0 0,0 0 0,0 0 0,-1 0 0,1 0 0,0-1 0,-1 1 0,1 0 0,-1 0 0,1 0 0,-2 1 0,-1 4 0,-2-1 0,1 1 0,-1-1 0,0 0 0,0 0 0,0 0 0,-9 5 0,-45 26 0,50-31 0,-61 31 0,-2-4 0,-75 24 0,-156 29 0,280-79 0,-1 0 0,0-1 0,0 0 0,0-2 0,-34 0 0,56-3 0,1 0 0,0 0 0,0 0 0,0 0 0,-1-1 0,1 1 0,0 0 0,0-1 0,0 1 0,0-1 0,0 1 0,0-1 0,0 1 0,0-1 0,0 0 0,0 0 0,0 1 0,0-1 0,-1-2 0,2 2 0,-1 1 0,1-1 0,0 0 0,0 0 0,0 1 0,0-1 0,0 0 0,0 0 0,0 1 0,0-1 0,0 0 0,0 0 0,0 0 0,1 1 0,-1-1 0,0 0 0,1 1 0,-1-1 0,0 0 0,1 1 0,-1-1 0,1 0 0,-1 1 0,1-1 0,-1 1 0,1-1 0,-1 1 0,1-1 0,-1 1 0,1-1 0,0 1 0,-1-1 0,2 1 0,18-11-1365,4-1-5461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25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1 197 24575,'0'0'0,"0"0"0,0 0 0,0 0 0,0 0 0,0 0 0,0 0 0,1-2 0,0 1 0,0-1 0,0 0 0,1 1 0,-1-1 0,0 0 0,1 1 0,0 0 0,-1-1 0,1 1 0,3-2 0,-5 3 0,8-5 0,0 1 0,0 0 0,0 0 0,0 1 0,1 0 0,9-2 0,56-9 0,-52 11 0,212-32 0,84-14 0,-250 36 0,1 0 0,116-8 0,-181 20-99,21 3 331,-24-2-292,0 0 0,-1 0 0,1 0 0,0 1 0,0-1 0,0 0 0,-1 1 0,1-1 0,0 1 1,0-1-1,-1 1 0,1-1 0,0 1 0,-1-1 0,1 1 0,-1 0 0,1-1 0,-1 1 0,1 0 0,-1 0 1,1-1-1,-1 1 0,0 0 0,1 1 0,2 9-6766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25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 24575,'0'0'0,"0"0"0,0 6 0,-1 0 0,0-1 0,0 1 0,0 0 0,-4 7 0,-1 6 0,-27 106 0,-20 80 0,42-151 0,-8 100 0,19-136-682,2 29-1,2-18-6143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26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1 125 24575,'18'-3'0,"212"-24"0,3-2 0,-100 6 0,-43 5 0,98-5 0,-182 23-112,-2-1 8,1 1-1,-1 0 1,0 0 0,0 0-1,0 0 1,1 1-1,-1-1 1,0 1-1,0 0 1,0 0-1,5 3 1,0 2-6722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26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 24575,'-2'20'0,"0"1"0,-7 32 0,1-16 0,-95 530-1365,97-537-5461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27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82 24575,'3'0'0,"1"0"0,-1 0 0,0-1 0,0 1 0,0-1 0,4-1 0,5 0 0,395-32 0,23-4 0,-421 37-116,-6 0 33,0 1-1,0-1 1,0 1 0,0 0-1,-1-1 1,1 1 0,0 1 0,0-1-1,0 0 1,0 1 0,-1-1 0,1 1-1,0 0 1,3 1 0,1 4-6743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28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1 24575,'0'9'0,"-1"0"0,-1 0 0,-3 13 0,-1 4 0,3-7 0,-77 350 0,62-308 0,4-20 0,3 1 0,-9 56 0,20-93-151,-1-1-1,1 1 0,0 0 0,0 0 1,1 0-1,-1-1 0,1 1 1,2 5-1,2 5-6674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28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1 135 24575,'0'0'0,"0"0"0,5 0 0,60-6 0,-1-3 0,66-18 0,122-46 0,-218 63 0,-27 8-455,1 0 0,16-3 0,-13 5-6371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29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24575,'0'0'0,"0"0"0,0 24 0,-6 267 0,0-210-93,0-4-543,5 120 0,3-173-6190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29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 24575,'31'-1'0,"44"-9"0,-28 4 0,160-25 0,52-5 0,-181 33-1365,-62 3-5461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30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0 24575,'0'0'0,"-4"7"0,-3 6 0,1 0 0,0 1 0,1 0 0,-6 29 0,-5 62 0,13-84 0,-10 88 0,-1 135 0,14-236-341,1-1 0,-1 1-1,4 8 1,1 2-6485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30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0 24575,'0'13'0,"-2"-1"0,1 0 0,-5 17 0,-1 0 0,-45 210 0,0-4 0,49-224-170,1 1-1,0 0 0,1 0 1,1-1-1,-1 1 0,2 0 1,1 13-1,3-6-6655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31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1 24575,'0'0'0,"0"0"0,-1 1 0,-146 288 0,22-48 0,98-179-1365,23-53-5461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31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99 24575,'5'-1'0,"0"1"0,0-1 0,0 0 0,5-2 0,9-1 0,265-32 0,47-8 0,-323 42-120,3 0-295,0 0 0,17 0 0,-17 2-6411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33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 24575,'6'-1'0,"-1"0"0,1 1 0,10-4 0,8-2 0,97-11 0,243-36 0,-344 49-119,38-4 370,-52 7-438,0 1 0,0 0 0,0 0-1,0 1 1,0-1 0,0 1 0,6 3 0,1 1-6639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33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 24575,'-2'18'0,"-59"447"75,29-230-1515,28-203-5386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34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0 24575,'-1'10'0,"-5"41"0,-3-1 0,-25 79 0,19-74 0,7-25 0,-60 256 0,60-244 0,3 1 0,2 0 0,1 0 0,7 77 0,-4-116-78,5 29 286,-5-31-315,-1 0 0,1-1 1,0 1-1,0 0 0,0 0 0,0 0 0,0 0 1,0-1-1,0 1 0,1 0 0,-1-1 1,1 1-1,1 1 0,10 4-6719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34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0 24575,'0'0'0,"-7"6"0,-10 12 0,1 1 0,1 0 0,-22 36 0,-31 68 0,67-121 0,-82 178 0,-16 30 0,98-206-114,-1 0 1,0-1-1,0 1 0,-1-1 0,1 1 1,-1-1-1,0 0 0,0 0 0,0 0 1,0-1-1,-5 5 0,-6-1-6712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34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1 124 24575,'14'-4'0,"-7"0"0,32-7 0,64-12 0,44 3 0,-101 15 0,205-21 116,10 0-1597,-229 21-5345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35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87 24575,'8'0'0,"0"-1"0,0 0 0,14-5 0,6 0 0,517-62 0,-491 64-1365,-38 4-5461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35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0 24575,'-3'18'0,"-52"320"0,-10 52 0,58-356-273,-2 0 0,-1-1 0,-1-1 0,-28 54 0,22-57-6553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36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66 24575,'3'-1'0,"-1"1"0,1-1 0,0 1 0,0-1 0,-1 1 0,1 0 0,0 0 0,4 1 0,4-1 0,553-42 0,-412 22-1365,-132 18-5461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36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 24575,'0'0'0,"0"0"0,-6 303 0,0-227 0,-29 146 0,23-174-102,-10 45 327,20-82-473,1 1 0,0 0 0,0 0 0,1 0 0,3 20 0,2-8-6578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37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0 24575,'-2'11'0,"-33"200"0,-11 80 0,36-203 0,1 117 0,14-155-1365,-2-29-5461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37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1 24575,'0'0'0,"-3"7"0,-21 53 0,-16 67 0,-7 65 0,-40 124 0,84-305-195,-1 0 0,-1-1 0,1 0 0,-2 0 0,1 0 0,-12 13 0,3-8-6631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38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24575,'19'-7'0,"29"-5"0,89-10 0,-83 15 0,6-2-120,109-13 373,-117 18-1002,65 2 0,-85 4-6077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39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 24575,'129'-6'0,"136"-23"0,-18 1 0,-228 26 0,-10 2 0,0-1 0,0 0 0,0 0 0,14-5 0,-22 6-41,-1 0 0,1-1 0,-1 1 0,1 0 0,-1-1 0,1 1 0,-1 0 0,1-1 0,-1 1 0,0-1 0,1 1 0,-1-1 0,1 1 0,-1-1 0,1 0 0,0-1-668,4-6-6117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39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24575,'7'10'0,"-1"0"0,0 0 0,0 0 0,-1 0 0,-1 1 0,1 0 0,2 15 0,14 80 0,-15-34 0,-2 1 0,-8 85 0,0-2 0,4-150 0,0 0 0,0 1 0,0 0 0,1-1 0,0 1 0,0-1 0,3 10 0,-4-16-37,1 1 0,-1-1 1,0 1-1,1-1 0,-1 1 0,0-1 0,1 0 0,-1 1 0,0-1 0,1 1 0,-1-1 0,1 0 1,-1 0-1,0 1 0,1-1 0,-1 0 0,1 0 0,-1 1 0,1-1 0,-1 0 0,1 0 0,-1 0 1,1 0-1,0 0 0,-1 0 0,1 0 0,-1 0 0,1 0 0,-1 0 0,1 0 0,-1 0 0,1 0 1,-1 0-1,1 0 0,-1-1 0,1 1 0,14-4-6789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39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24575,'0'0'0,"0"0"0,1 2 0,6 9 0,-1 0 0,0 1 0,0 0 0,-1 0 0,-1 1 0,0-1 0,4 26 0,-4-3 0,2 61 0,-9-6 0,-24 142 0,3-46 0,20-133 0,3 82 0,5-81-1365,-2-28-5461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13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0 248 24575,'1'-3'0,"1"0"0,-1 0 0,0 0 0,1 0 0,0 1 0,-1-1 0,1 0 0,0 1 0,0-1 0,3-1 0,-3 1 0,7-6 0,-1 1 0,1 1 0,0-1 0,0 2 0,1-1 0,0 1 0,1 0 0,-1 1 0,12-4 0,16-4 0,49-10 0,-84 22 0,410-67 0,6 35 0,-214 30 0,-183 4 0,1 2 0,-1 0 0,1 1 0,-1 2 0,0 0 0,41 18 0,-58-21 0,1 0 0,-1 1 0,0-1 0,0 1 0,0 0 0,0 0 0,-1 0 0,0 1 0,0 0 0,0-1 0,0 1 0,-1 1 0,0-1 0,0 0 0,0 1 0,3 9 0,-3-3 0,0 1 0,-1-1 0,0 1 0,-1 0 0,0-1 0,-1 1 0,-2 13 0,-2 19 0,-3-1 0,-2 0 0,-20 65 0,-59 121 0,50-137 0,19-43 0,3 1 0,1 0 0,3 1 0,2 1 0,3 0 0,1 0 0,3 1 0,5 58 0,-1-98 0,1 0 0,0 0 0,1 0 0,0 0 0,1-1 0,1 1 0,12 24 0,-12-28 0,2 0 0,0-1 0,0 1 0,0-1 0,1 0 0,0-1 0,1 0 0,0-1 0,20 13 0,-10-9 0,0-1 0,2-1 0,-1-1 0,1-1 0,0-1 0,0 0 0,1-2 0,0-1 0,-1 0 0,26-1 0,15-3 0,-1-2 0,83-16 0,3-9 0,130-16 0,-247 42 0,0 1 0,1 1 0,-1 2 0,0 1 0,0 1 0,0 2 0,30 9 0,-54-13 0,1 0 0,1 0 0,-1 1 0,0 0 0,0 0 0,0 1 0,0 0 0,0 0 0,7 6 0,-12-4 0,-8-6 0,-9-4 0,-16-13 0,0-1 0,1-2 0,-35-31 0,53 42 0,-30-27 0,2-2 0,1-1 0,2-2 0,2-2 0,1-1 0,-45-81 0,76 120-76,2 3-53,0 1 0,0 0 0,1 0 0,-1-1 0,0 1 0,1-1 1,-1 1-1,1 0 0,-1-3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15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1281 1 24575,'0'0'0,"0"0"0,-5 0 0,-29 1 0,-1 1 0,1 1 0,-42 11 0,-97 35 0,120-30 0,1 2 0,0 2 0,2 2 0,-79 52 0,105-60 0,1 1 0,1 1 0,1 1 0,0 1 0,1 1 0,2 0 0,0 2 0,2 0 0,0 0 0,-22 49 0,35-66 0,0 1 0,1 0 0,-1 0 0,1 0 0,1 0 0,0 1 0,0-1 0,0 0 0,2 16 0,0-18 0,0 0 0,1 1 0,0-1 0,0 0 0,0 1 0,1-1 0,0 0 0,0-1 0,0 1 0,1-1 0,0 1 0,8 8 0,1-1 0,1-1 0,0-1 0,0 0 0,1-1 0,1-1 0,0 0 0,0-1 0,1-1 0,21 7 0,6-1 0,1-2 0,65 7 0,2-7 0,30 3 0,-141-14 0,1 0 0,0 1 0,-1-1 0,1 0 0,-1 1 0,1-1 0,-1 1 0,1-1 0,-1 1 0,1 0 0,-1 0 0,0-1 0,1 1 0,-1 0 0,0 0 0,0 0 0,1 1 0,-1-1 0,1 2 0,-1-1 0,-1-1 0,0 1 0,0 0 0,1-1 0,-1 1 0,0-1 0,-1 1 0,1-1 0,0 1 0,0 0 0,-1-1 0,1 1 0,-1-1 0,1 1 0,-1-1 0,0 1 0,1-1 0,-1 0 0,0 1 0,-1 0 0,-6 10 0,0-1 0,-1-1 0,0 1 0,-1-2 0,0 1 0,-18 12 0,-72 42 0,-284 120 0,138-74 0,230-103 0,-56 31 0,64-33 0,0 0 0,1 0 0,0 1 0,0 0 0,0 1 0,-8 10 0,14-16 0,0 0 0,0 0 0,1 0 0,-1 0 0,1 1 0,-1-1 0,1 0 0,-1 0 0,1 0 0,0 0 0,-1 0 0,1 1 0,0-1 0,0 0 0,0 0 0,0 1 0,0-1 0,0 0 0,0 0 0,1 0 0,-1 1 0,0-1 0,1 0 0,-1 0 0,1 0 0,-1 0 0,1 0 0,-1 0 0,1 0 0,0 0 0,-1 0 0,1 0 0,0 0 0,0 0 0,0 0 0,0-1 0,2 2 0,3 3 0,1-1 0,-1 0 0,1 0 0,12 4 0,34 10 0,1-1 0,71 11 0,-66-16 0,100 33 0,-148-41 0,0 1 0,-1 0 0,0 0 0,17 12 0,-24-15 0,-1 0 0,0-1 0,0 1 0,0 1 0,0-1 0,0 0 0,0 0 0,0 1 0,-1-1 0,1 1 0,-1 0 0,0-1 0,0 1 0,0 0 0,0 0 0,0-1 0,0 1 0,-1 0 0,0 0 0,1 0 0,-1 0 0,0 0 0,0 0 0,-1 3 0,-1 2 0,0-1 0,-1 1 0,1 0 0,-2-1 0,1 0 0,-1 0 0,0 0 0,-9 12 0,-6 3 0,-23 23 0,38-41 0,-82 74 0,-134 94 0,49-43 0,169-127 0,-15 11 0,1 1 0,-22 24 0,37-37 0,-1 1 0,1 0 0,0-1 0,0 1 0,0-1 0,0 1 0,0 0 0,0 0 0,0 0 0,1 0 0,-1-1 0,1 1 0,-1 0 0,1 0 0,0 0 0,-1 0 0,1 3 0,1-3 0,-1-1 0,1 1 0,-1-1 0,1 1 0,0-1 0,-1 1 0,1-1 0,0 0 0,0 1 0,0-1 0,0 0 0,0 0 0,0 1 0,1-1 0,-1 0 0,0 0 0,2 0 0,5 4 0,1-1 0,0 0 0,-1-1 0,1 0 0,0 0 0,13 1 0,37 6-9,0-3 0,89-1 0,125-16-1543,-249 9 1240,404-33-1660,-336 25-2356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18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 24575,'0'0'0,"0"0"0,0 0 0,1-1 0,40-13 0,82-17 0,45 4 0,-134 22 0,1 2 0,0 1 0,47 5 0,-69-2 0,-1 1 0,0 0 0,0 1 0,0 0 0,0 1 0,-1 0 0,1 1 0,-1 1 0,0-1 0,-1 2 0,1-1 0,18 17 0,-14-7 0,-1-1 0,-1 2 0,0 0 0,-1 0 0,-1 1 0,-1 1 0,14 33 0,41 146 0,-58-172 0,27 98 0,24 170 0,-51-239 0,-3 0 0,-2 0 0,-2 0 0,-3 1 0,-17 93 0,-71 155 0,12-56 0,61-177 0,-44 160 0,44-174 0,-3-1 0,-29 53 0,-69 97 0,-34 71 0,139-245 0,0 2 0,3 0 0,1 0 0,1 1 0,2 0 0,-5 65 0,12-74 0,0-1 0,1 0 0,2 1 0,0-1 0,13 44 0,-11-54 0,1 0 0,0 0 0,1-1 0,0 0 0,1 0 0,1 0 0,0-1 0,1-1 0,0 0 0,16 15 0,-5-10 0,0-1 0,0-1 0,2-1 0,0-1 0,0-1 0,1-2 0,1 0 0,-1-1 0,44 9 0,-25-10 0,1-1 0,0-3 0,0-1 0,86-6 0,-64-4 0,99-25 0,61-30 0,-64 15 0,114-17 0,-191 49 0,111-4 0,-10 17 0,-117 2 0,-63-3-1365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19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1712 93 24575,'0'0'0,"0"0"0,0 0 0,1-6 0,-2 3 0,1 1 0,0 0 0,-1 0 0,1-1 0,-1 1 0,0 0 0,1 0 0,-1 0 0,0 0 0,0 0 0,-1 0 0,1 0 0,0 0 0,-1 0 0,1 1 0,-1-1 0,1 0 0,-1 1 0,0-1 0,0 1 0,0 0 0,0 0 0,-4-2 0,-3-2 0,-1 0 0,0 1 0,-18-4 0,0 2 0,1 1 0,-1 1 0,0 2 0,1 0 0,-1 2 0,0 2 0,-50 8 0,38-2 0,0 1 0,0 3 0,2 1 0,-64 32 0,75-31 0,2 1 0,0 2 0,1 0 0,1 2 0,0 0 0,2 2 0,-23 27 0,19-17 0,2 1 0,1 1 0,1 0 0,-30 71 0,47-93 0,0 0 0,0 0 0,1 0 0,0 1 0,1 0 0,0-1 0,0 24 0,3-26 0,0 0 0,0 0 0,1-1 0,0 1 0,0-1 0,1 1 0,0-1 0,0 0 0,1 0 0,0 0 0,8 9 0,-1-1 0,2-1 0,0 0 0,1-1 0,23 19 0,68 42 0,11 9 0,-112-81 0,-1 0 0,1 1 0,-1-1 0,0 1 0,0 0 0,0-1 0,0 2 0,4 6 0,-7-8 0,1-1 0,0 0 0,-1 1 0,1-1 0,-1 1 0,0-1 0,0 1 0,0-1 0,0 1 0,0-1 0,0 0 0,-1 1 0,1-1 0,-1 1 0,0-1 0,1 0 0,-1 1 0,-3 3 0,-2 4 0,0 0 0,-1 0 0,-1-1 0,0 0 0,0-1 0,-1 1 0,1-2 0,-2 1 0,-9 5 0,-18 10 0,-41 20 0,75-42 0,-349 143 0,161-72 0,190-71 0,-3 0 0,0 1 0,0-1 0,0 1 0,1 0 0,-1 1 0,-3 2 0,6-4 0,1-1 0,-1 1 0,1-1 0,-1 1 0,1 0 0,0-1 0,-1 1 0,1 0 0,0-1 0,-1 1 0,1 0 0,0-1 0,0 1 0,0 0 0,-1 0 0,1-1 0,0 1 0,0 0 0,0 0 0,0-1 0,1 1 0,-1 0 0,0 0 0,0-1 0,0 1 0,0 0 0,1 0 0,-1-1 0,0 1 0,1 0 0,-1-1 0,1 1 0,-1 0 0,1-1 0,-1 1 0,1-1 0,-1 1 0,1-1 0,-1 1 0,1-1 0,0 1 0,7 6 0,0-1 0,0 0 0,0-1 0,18 9 0,40 14 0,-33-15 0,-2 0 0,-13-7 0,0 1 0,-1 1 0,0 0 0,-1 2 0,21 14 0,-35-22 0,0 0 0,-1-1 0,1 1 0,0 0 0,-1 0 0,1 0 0,-1 0 0,0 1 0,1-1 0,-1 0 0,0 1 0,0-1 0,-1 0 0,1 1 0,0-1 0,-1 1 0,0-1 0,1 1 0,-1-1 0,0 1 0,0 0 0,-1-1 0,1 1 0,0-1 0,-1 1 0,0-1 0,-1 4 0,-2 3 0,0 0 0,-1 0 0,0 0 0,0-1 0,-13 15 0,-12 12 0,-2-1 0,-56 45 0,-82 49 0,-23 21 0,182-140 0,0 1 0,0 0 0,1 1 0,-15 21 0,23-29 0,0 0 0,0 0 0,1 0 0,-1 0 0,1 0 0,0 0 0,0 1 0,0-1 0,0 0 0,1 1 0,-1-1 0,1 1 0,0-1 0,0 1 0,0-1 0,0 0 0,1 1 0,0-1 0,-1 1 0,1-1 0,0 0 0,1 0 0,-1 1 0,0-1 0,1 0 0,2 3 0,3 3 0,0 0 0,1 0 0,0 0 0,1-1 0,0-1 0,0 1 0,1-1 0,13 7 0,6 2 0,54 21 0,-22-15 0,2-3 0,65 12 0,133 11 0,-170-29 0,-80-11-120,-7-2 37,-1 0 0,1 1 0,0-1 0,0 1 0,-1 0 0,1 0 0,-1 0 0,1 1 0,-1-1 0,1 1 0,-1 0 0,0 0 0,0 0 0,4 3 0,2 8-6743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1:44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24575,'-6'83'0,"-10"190"0,18-1 0,-1-261 0,-1-3 0,0 1 0,1-1 0,0 0 0,1 0 0,-1 0 0,2 0 0,-1 0 0,5 9 0,-7-16-44,1-1 0,-1 0 0,0 1 0,1-1 0,-1 1 0,1-1 0,-1 1 0,1-1 0,-1 0 0,1 0 0,0 1 0,-1-1 0,1 0 0,-1 0 0,1 1 0,0-1 0,-1 0-1,1 0 1,-1 0 0,1 0 0,0 0 0,-1 0 0,1 0 0,0 0 0,-1 0 0,1 0 0,-1 0 0,1-1 0,0 1 0,0 0 0,14-4-6782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1:44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0 24575,'0'0'0,"0"15"0,-5 23 0,1-3 0,-10 250 0,-4 50 0,15-295 0,-2-1 0,-2-1 0,-2 1 0,-1-1 0,-27 63 0,35-97 24,0-1 0,0 1 0,0-1 0,-4 7 0,5-10-89,0 1 1,1 0-1,-1 0 1,0-1-1,0 1 1,0-1-1,0 1 0,0-1 1,0 1-1,0-1 1,1 1-1,-1-1 1,0 0-1,0 0 0,-1 1 1,1-1-1,0 0 1,0 0-1,0 0 1,0 0-1,0 0 1,-2-1-1,-13-2-6761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1:45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 24575,'55'-9'0,"88"-3"0,-70 7 0,1-1 5,64-4-1375,-126 9-5456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1:42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94 24575,'8'2'0,"23"6"0,1-2 0,-1-1 0,38 0 0,98-5 0,-160 0 0,122-8 0,0-6 0,-1-5 0,126-36 0,-224 47 0,-20 4 0,1 1 0,0 0 0,1 1 0,-1 0 0,13 0 0,-24 3-18,0-1 0,0 0 0,0 0 0,1 0 0,-1 0 0,0 0 0,0 0 0,0 0 0,0 0 0,0 0 0,0 0 0,0 1 0,0-1 0,0 0 0,0 0 0,0 0 0,0 0 0,0 0 0,0 0 0,0 0 0,0 1 0,0-1 0,0 0 0,0 0 0,0 0 0,0 0 0,0 0 0,0 0 0,0 0 0,0 1 0,0-1 0,0 0 0,0 0 0,0 0 0,0 0 0,0 0 0,0 0 0,0 0 0,-1 0 0,1 1 0,0-1 0,0 0 0,0 0 0,0 0 0,0 0 0,0 0 0,0 0 0,0 0 0,-1 0 0,1 0 0,0 1-429,-5 5-6379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1:43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 24575,'-5'17'0,"-9"60"0,-5 123 0,14-128 0,-7 61 0,-9 197 0,21-328-118,0 9 370,-1-8-554,0-5-895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1:46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0 24575,'1'5'0,"1"0"0,-2 0 0,1 0 0,0-1 0,-1 1 0,0 0 0,0 0 0,0 0 0,-2 8 0,-13 45 0,11-43 0,-102 293 0,105-306-104,1-1 25,0 0 1,-1 0-1,1-1 0,0 1 0,-1 0 0,1 0 0,-1 0 1,1-1-1,-1 1 0,0 0 0,1 0 0,-1-1 0,0 1 1,1-1-1,-3 2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1:52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85 24575,'0'-1'0,"0"-1"0,0 1 0,1-1 0,-1 1 0,0-1 0,1 1 0,-1 0 0,1-1 0,0 1 0,-1 0 0,1-1 0,0 1 0,0 0 0,0 0 0,0-1 0,0 1 0,0 0 0,0 0 0,0 0 0,0 0 0,0 1 0,0-1 0,3-1 0,4-2 0,-1 0 0,16-5 0,-20 8 0,22-8 0,-1 2 0,1 1 0,1 0 0,-1 2 0,1 1 0,0 1 0,47 3 0,-69-1 0,1 1 0,-1 0 0,0 0 0,1 0 0,-1 0 0,0 1 0,0-1 0,0 1 0,0 0 0,0 1 0,3 2 0,-5-4 0,0 1 0,-1 0 0,1-1 0,-1 1 0,1 0 0,-1 0 0,0 0 0,1 0 0,-1 0 0,0 0 0,0 1 0,-1-1 0,1 0 0,0 0 0,-1 1 0,1-1 0,-1 0 0,0 1 0,0-1 0,0 1 0,-1 4 0,0 2 0,-1-1 0,0 1 0,-1 0 0,0 0 0,-1-1 0,1 0 0,-7 10 0,-38 52 0,46-66 0,-34 42 0,-1-2 0,-2-2 0,-2-1 0,-87 67 0,100-90 0,0-1 0,-1-2 0,-38 15 0,16-7 0,49-23 0,1 1 0,-1-1 0,1 1 0,-1 0 0,1 0 0,0-1 0,0 1 0,-1 0 0,1 0 0,0 0 0,0 1 0,0-1 0,0 0 0,-1 2 0,2-3 0,0 1 0,0-1 0,0 1 0,0-1 0,0 0 0,0 1 0,0-1 0,0 0 0,0 1 0,0-1 0,0 0 0,0 1 0,0-1 0,0 0 0,0 1 0,0-1 0,0 0 0,1 1 0,-1-1 0,0 0 0,0 0 0,0 1 0,1-1 0,-1 0 0,14 8 0,-1-4 0,-1 0 0,1-1 0,0-1 0,20 1 0,56-2 0,-70-2 0,395-26 0,-139 6 0,-269 21-119,1-1-192,1 1-1,0 0 0,8 1 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1:54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 24575,'10'-1'0,"-1"0"0,17-3 0,2-2 0,342-18 0,-86 9 0,-280 14-111,-2 1 27,-1 0 1,1-1-1,0 1 1,1 0-1,-1 0 0,0 0 1,0 0-1,0 1 1,-1-1-1,1 0 0,0 1 1,0 0-1,0-1 1,4 3-1,0 2-6742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1:55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 24575,'-1'6'0,"0"-1"0,0 1 0,0-1 0,-3 9 0,-1 6 0,-87 376 0,92-395-15,-5 16-323,0 0 1,2 0-1,-2 27 1,5-26-6489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1:56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1 147 24575,'0'0'0,"0"0"0,1-1 0,1 1 0,0-1 0,-1 1 0,1-1 0,-1 1 0,1-1 0,-1 0 0,3-1 0,4-3 0,30-10 0,1 2 0,61-14 0,86-5 0,-79 15 0,-64 10 0,74-12 0,-91 16 0,0 1 0,39 3 0,-64-1-75,-1 0 26,1 0-1,-1 0 0,1 0 1,-1 0-1,1 0 1,-1 0-1,1 0 0,-1 0 1,1 0-1,-1 0 0,1 1 1,-1-1-1,1 0 1,-1 0-1,1 0 0,-1 1 1,0-1-1,1 0 0,-1 1 1,1-1-1,-1 0 0,0 1 1,1-1-1,-1 1 1,1-1-1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1:56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0 24575,'2'16'0,"-2"1"0,0 0 0,-1 0 0,-1 1 0,-7 25 0,-23 67 0,27-94 0,-27 77 0,-12 40 0,35-100 0,1 1 0,-3 36 0,12-59 111,-1-11-159,0 1 0,0-1 1,0 0-1,1 0 1,-1 1-1,0-1 0,0 0 1,1 0-1,-1 0 1,0 1-1,0-1 0,1 0 1,-1 0-1,0 0 1,1 0-1,-1 0 0,0 0 1,1 1-1,-1-1 1,0 0-1,1 0 0,-1 0 1,0 0-1,1 0 1,-1 0-1,0 0 0,0-1 1,1 1-1,-1 0 1,1 0-1,8-2-6778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1:57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24575,'0'0'0,"0"0"0,0 0 0,0 0 0,46-4 0,-10-1 0,461 8 0,-485-2-273,0-1 0,0-1 0,0 0 0,16-3 0,-5-2-6553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1:58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0 24575,'0'0'0,"0"0"0,-5 6 0,-11 16 0,2 0 0,1 0 0,0 2 0,-10 26 0,-30 102 0,22-23-1365,26-99-5461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1:58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 24575,'-1'5'0,"1"0"0,-1-1 0,0 1 0,0 0 0,-3 6 0,-1 5 0,2-7 0,-63 276 0,58-238 0,3 0 0,1 0 0,3 0 0,5 57 0,-3-92-682,7 24-1,-1-14-6143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1:59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0 24575,'0'0'0,"0"0"0,-2 8 0,-110 256 0,54-134 0,55-124 0,-1 3 0,0 0 0,0 1 0,1 0 0,0 0 0,0 0 0,1 0 0,-1 18 0,6-18-1365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1:59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24575,'381'-45'0,"-325"40"0,-56 5-44,1 0 0,-1 0 0,0 0 0,1 0 0,-1 0 0,0 0 0,1 0 0,-1 0 0,0 0 0,1 0 0,-1 0 0,0 0 0,0 0 0,1 0 0,-1 0 0,0 0 0,1 1 0,-1-1-1,0 0 1,1 0 0,-1 0 0,0 1 0,0-1 0,1 0 0,-1 0 0,0 0 0,0 1 0,0-1 0,1 0 0,-1 1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00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0 24575,'-5'19'0,"-42"212"0,20-86 0,15-92 0,2-10 0,1 0 0,-3 72 0,12-108-341,0 0 0,1 0-1,2 11 1,1 0-6485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00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1 24575,'-2'8'0,"-28"86"0,-66 139 0,54-140 0,-40 133 0,51-104-1365,26-106-5461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01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24575,'15'2'0,"33"4"0,1-2 0,93-7 0,-57 1 0,-84 2-136,1 0-1,0 0 1,-1 0-1,1 0 1,-1 0-1,1 1 1,-1-1-1,1 1 0,1 0 1,4 3-6690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03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0 24575,'-1'1'0,"0"0"0,0 0 0,1 0 0,-1 0 0,0 0 0,1 0 0,-1 1 0,1-1 0,-1 0 0,1 2 0,-2 2 0,-25 66 0,3 0 0,4 1 0,-15 96 0,23-81 0,11-75 0,1 1 0,0 0 0,1 0 0,4 22 0,-4-33-124,0 1 0,-1-1 0,1 1 0,0-1 0,0 0 0,1 1-1,-1-1 1,0 0 0,1 0 0,3 4 0,7 5-6702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03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1 24575,'-4'16'0,"-7"47"0,-47 217 0,47-238 0,-3-1 0,-1 0 0,-3-1 0,-33 59 0,46-93-341,1 1 0,-1-1-1,-6 6 1,-3 3-6485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03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0 159 24575,'0'0'0,"0"0"0,0 0 0,2-1 0,-1 1 0,1-1 0,-1 0 0,1 1 0,-1-1 0,1 0 0,-1 0 0,1 0 0,0-1 0,7-4 0,27-12 0,2 1 0,55-15 0,82-15 0,-159 44 0,64-16-1365,-46 11-5461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02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82 24575,'8'-2'0,"181"-22"0,-51 8 0,106-14 120,2 20-1605,-228 11-5341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02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1 24575,'-2'9'0,"-18"64"0,-41 98 0,-9 29 0,66-188-227,1 1-1,0 0 1,2 0-1,-1 0 1,1 19-1,3-10-6598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04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1 103 24575,'0'0'0,"0"0"0,0 0 0,1 0 0,270-22 0,-2-18 0,-76 10 0,-179 28-112,7-2-201,0 2-1,0 0 1,30 2 0,-33 2-6513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05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24575,'1'11'0,"0"-1"0,0 0 0,5 14 0,2 13 0,-6-15 0,-1-1 0,-1 1 0,-4 27 0,-13 66 0,1-20 0,16-93-40,-1 7-150,-1 1 1,2-1 0,-1 1 0,1-1-1,1 1 1,2 14 0,3-7-6637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05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0 24575,'0'0'0,"0"0"0,0 0 0,0 7 0,-2 51 0,-2 0 0,-20 96 0,-43 109 0,23-99 0,28-89-1365,10-42-5461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06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0 24575,'0'0'0,"0"0"0,0 7 0,-32 174 0,-9 67 0,29-94 120,11-126-491,2 0-1,1 0 1,8 41 0,-4-43-6455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09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24575,'0'0'0,"0"0"0,0 0 0,0 0 0,0 0 0,5-3 0,8-3 0,0 0 0,0 0 0,0 1 0,1 1 0,-1 1 0,1 0 0,14-2 0,103-2 0,-70 6 0,745-14 0,-572 8 0,4 1 0,-215 6 0,0 1 0,-1 1 0,33 8 0,-42-7 0,-1 1 0,0 0 0,0 1 0,-1 1 0,0-1 0,0 2 0,18 12 0,2 5 0,62 52 0,-89-71 0,1-1 0,-1 1 0,-1 0 0,1 0 0,-1 0 0,1 0 0,-1 0 0,-1 1 0,1 0 0,-1-1 0,0 1 0,-1 0 0,1 0 0,0 7 0,-1 6 0,0 0 0,-1 1 0,-3 21 0,1-16 0,1 34 0,2-52 0,0 1 0,0-1 0,0 1 0,1-1 0,0 1 0,1-1 0,-1 0 0,8 12 0,-7-13 0,1 0 0,0-1 0,1 1 0,-1-1 0,1 0 0,0 0 0,0-1 0,1 1 0,0-1 0,-1 0 0,1-1 0,8 4 0,-5-3 0,0-1 0,1 0 0,-1 0 0,1-1 0,0 0 0,-1-1 0,20 0 0,-10-2 0,0-1 0,0 0 0,0-2 0,-1 0 0,1-1 0,-1-1 0,-1-1 0,27-13 0,-13 3 0,-32 12-1365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11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942 109 24575,'0'0'0,"0"0"0,13-15 0,-9 10 0,1 0 0,-1 0 0,-1-1 0,1 1 0,-1-1 0,3-7 0,-5 12 0,-1 0 0,0 0 0,1 0 0,-1-1 0,0 1 0,0 0 0,0 0 0,0-1 0,0 1 0,0 0 0,0 0 0,0-1 0,0 1 0,-1 0 0,1 0 0,-1-2 0,0 2 0,0-1 0,0 1 0,0 0 0,0 0 0,0 0 0,-1-1 0,1 1 0,0 0 0,0 0 0,-1 1 0,1-1 0,-1 0 0,1 0 0,-1 1 0,-2-2 0,-6 0 0,1 0 0,-1 0 0,1 0 0,-1 1 0,0 1 0,0 0 0,0 0 0,-14 3 0,-2 1 0,1 2 0,-25 8 0,26-6 0,0 2 0,1 0 0,-29 17 0,41-20 0,0 0 0,0 1 0,0 1 0,1-1 0,1 1 0,0 1 0,0 0 0,-8 13 0,13-18 0,1 1 0,0 0 0,0-1 0,1 1 0,0 1 0,0-1 0,0 0 0,1 0 0,-1 1 0,2-1 0,-1 12 0,1-8 0,1 0 0,1 0 0,0-1 0,0 1 0,0-1 0,1 1 0,5 9 0,2 1 0,1 0 0,1-1 0,1 0 0,0-1 0,2-1 0,16 17 0,29 20 0,-43-41 0,0 2 0,-1 0 0,-1 0 0,13 19 0,-23-28 0,-1 1 0,0 0 0,-1 0 0,1 1 0,-2-1 0,1 0 0,-1 1 0,0 0 0,0 0 0,-1 0 0,0-1 0,0 1 0,-1 0 0,0 0 0,0 0 0,-1 0 0,-3 13 0,0-8 0,0 0 0,-1 1 0,0-1 0,-1-1 0,-1 1 0,0-1 0,0-1 0,-1 1 0,-12 11 0,6-7 0,-1 0 0,-1-2 0,-1 0 0,0-1 0,-29 17 0,1-6 0,-58 23 0,91-40 0,12-7 0,0 0 0,0 0 0,0 0 0,0 0 0,-1 0 0,1 0 0,0 1 0,0-1 0,0 0 0,0 0 0,0 0 0,0 0 0,0 1 0,0-1 0,0 0 0,0 0 0,0 0 0,-1 1 0,1-1 0,0 0 0,0 0 0,0 0 0,0 1 0,0-1 0,1 0 0,-1 0 0,0 0 0,0 0 0,0 1 0,0-1 0,0 0 0,1 1 0,1 0 0,-1 0 0,0 0 0,1 0 0,-1 0 0,1 0 0,0 0 0,-1-1 0,1 1 0,3 0 0,71 15 0,-52-12 0,44 14 0,-67-18 0,1 0 0,-1 1 0,0-1 0,0 1 0,0-1 0,0 1 0,0 0 0,1 0 0,-1-1 0,0 1 0,0 0 0,-1 0 0,1 0 0,0 0 0,0 0 0,1 2 0,-2-2 0,0 0 0,1 0 0,-1 0 0,0 0 0,0 0 0,0 0 0,0 0 0,0 0 0,0 0 0,0 0 0,0 0 0,0 0 0,0 0 0,-1 0 0,1 0 0,0 0 0,-1 1 0,-2 3 0,-1 0 0,1 0 0,-1-1 0,0 1 0,0-1 0,-5 5 0,-27 23 0,-65 43 0,-47 19 0,133-85 0,-81 47 0,41-25 0,-94 68 0,145-96 0,0 1 0,0-1 0,1 1 0,-1 0 0,1 0 0,-5 7 0,7-10 0,0 0 0,1 1 0,-1-1 0,1 0 0,-1 1 0,1-1 0,0 0 0,0 1 0,-1-1 0,1 0 0,0 1 0,0-1 0,0 0 0,1 1 0,-1-1 0,0 0 0,0 1 0,1-1 0,-1 0 0,1 1 0,-1-1 0,1 0 0,-1 0 0,1 1 0,0-1 0,0 0 0,0 0 0,-1 0 0,3 2 0,3 2 0,0 0 0,0-1 0,0 0 0,1 1 0,-1-2 0,1 1 0,0-1 0,0 0 0,11 2 0,69 14 0,-79-17 0,195 15 0,-41-5 0,-140-8 67,36 10-1,0 1-1564,-30-10-5328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13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24575,'0'0'0,"0"0"0,0 0 0,2-1 0,299-33 0,-247 30 0,-8 0 0,103-5 0,-109 8 0,68 8 0,-100-6 0,0 0 0,0 1 0,0 0 0,0 1 0,0 0 0,0 0 0,-1 0 0,1 1 0,8 6 0,-12-7 0,0 0 0,-1 0 0,1 1 0,-1-1 0,0 1 0,0 0 0,0 0 0,0 0 0,-1 0 0,1 0 0,-1 0 0,0 1 0,-1-1 0,1 1 0,-1 0 0,0-1 0,1 7 0,-1 0 0,-1 1 0,0-1 0,-1 0 0,0 0 0,-1 1 0,0-1 0,-1 0 0,0 0 0,-7 15 0,-4 5 0,-32 54 0,-125 153 0,9-15 0,150-202 0,-1 0 0,2 1 0,1 0 0,1 0 0,-7 28 0,13-41 0,1 0 0,1 0 0,-1 0 0,1 1 0,1-1 0,0 0 0,0 1 0,1-1 0,0 0 0,1 0 0,0 0 0,0 0 0,1 0 0,0 0 0,1 0 0,6 11 0,-3-9 0,0-1 0,0-1 0,1 1 0,1-1 0,-1 0 0,2-1 0,-1 0 0,15 9 0,-8-7 0,1-1 0,0-1 0,1 0 0,32 9 0,2-5 0,0-2 0,100 6 0,157-12 0,0-19 0,-8 1 0,-227 10 41,42 0-1447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2:15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1314 45 24575,'0'0'0,"0"0"0,0 0 0,0 0 0,0 0 0,-2-13 0,0 11 0,1-1 0,-1 1 0,0 0 0,0 0 0,1 0 0,-1 1 0,0-1 0,-1 0 0,1 1 0,0-1 0,0 1 0,-1 0 0,1 0 0,-1 0 0,1 0 0,-1 0 0,1 0 0,-1 1 0,0-1 0,-4 1 0,-7-2 0,1 1 0,-22 2 0,10 1 0,1 2 0,1 0 0,-1 1 0,1 2 0,0 0 0,0 2 0,1 0 0,-31 18 0,24-9 0,1 0 0,1 2 0,0 1 0,1 1 0,-34 38 0,48-46 0,1 0 0,0 1 0,1 0 0,0 1 0,1 1 0,1-1 0,0 1 0,-6 25 0,11-32 0,1-1 0,0 1 0,0 0 0,1 0 0,1 0 0,0 0 0,0 0 0,1 0 0,0 0 0,1 0 0,0 0 0,0 0 0,1-1 0,0 1 0,1-1 0,0 0 0,6 9 0,2 0 0,0 0 0,1-2 0,23 23 0,51 40 0,-59-57 0,-2 2 0,-1 1 0,0 0 0,21 32 0,-42-51 0,0 0 0,-1 0 0,0 0 0,0 0 0,0 1 0,-1-1 0,0 1 0,2 11 0,-3-13 0,-1-1 0,0 1 0,0 0 0,0 0 0,-1 0 0,0-1 0,0 1 0,0 0 0,0-1 0,-1 1 0,1-1 0,-1 1 0,-4 6 0,-3 3 0,-1 0 0,-1-1 0,0 0 0,0-1 0,-22 18 0,-73 47 0,-4-10 0,-3-5 0,-124 49 0,72-48 0,137-55 0,0 0 0,0-2 0,-1-1 0,-30 1 0,57-6 0,0 0 0,1 0 0,-1 0 0,0 0 0,0-1 0,1 1 0,-1 0 0,0-1 0,0 1 0,-2-2 0,4 2 0,-1 0 0,1 0 0,0-1 0,0 1 0,-1 0 0,1 0 0,0-1 0,0 1 0,0 0 0,0 0 0,-1-1 0,1 1 0,0 0 0,0-1 0,0 1 0,0 0 0,0-1 0,0 1 0,0 0 0,0 0 0,0-1 0,-1 1 0,2-1 0,4-11 0,2 4 0,-1 0 0,2 1 0,-1 0 0,1 0 0,11-7 0,47-27 0,-28 20 0,64-24 0,-78 36 0,0 2 0,0 0 0,0 2 0,32-3 0,-51 7 0,0 1 0,1 0 0,-1 0 0,1 0 0,-1 1 0,1-1 0,-1 2 0,0-1 0,1 0 0,-1 1 0,9 5 0,-10-5 0,-1 0 0,0 0 0,-1 0 0,1 1 0,0 0 0,-1-1 0,1 1 0,-1 0 0,0 0 0,0 0 0,0 0 0,-1 1 0,1-1 0,-1 1 0,1-1 0,-1 1 0,0-1 0,0 6 0,1 6 0,0 1 0,-2-1 0,0 1 0,-1-1 0,0 0 0,-5 23 0,-29 89 0,-16 11 0,28-80 0,-23 86 0,43-133 0,1 0 0,1 1 0,-1 0 0,2-1 0,0 1 0,0 0 0,3 16 0,-1-20 0,-1 0 0,2-1 0,-1 0 0,1 0 0,0 0 0,1 0 0,0 0 0,0 0 0,0-1 0,1 0 0,0 0 0,7 7 0,4 1 0,0 0 0,2-1 0,0-1 0,0 0 0,32 14 0,105 34 0,-144-56 0,68 24-111,28 9-516,108 54 0,-169-68-6199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41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2329 1562 24575,'0'0'0,"0"0"0,-15-13 0,4 5 0,0-1 0,0 2 0,-1 0 0,0 0 0,0 1 0,-1 1 0,0 0 0,-23-6 0,11 6 0,1 1 0,-1 2 0,-50 0 0,-327 46 0,281-25 0,107-17 0,-250 32 0,-2-18 0,202-17 0,-1-2 0,-69-14 0,88 8 0,0-2 0,1-2 0,-72-31 0,83 28 0,1-1 0,0-1 0,2-2 0,0-2 0,-28-25 0,37 27 0,1-1 0,1-1 0,1-1 0,1 0 0,2-1 0,-27-50 0,31 49 0,1-1 0,1-1 0,1 1 0,1-2 0,2 1 0,1-1 0,-3-35 0,7 40 0,1 1 0,2 0 0,0-1 0,1 1 0,1 0 0,1 0 0,1 1 0,1-1 0,15-32 0,-9 29 0,1 2 0,1 0 0,1 0 0,1 2 0,1 0 0,1 1 0,1 1 0,38-29 0,-7 11 0,2 4 0,98-48 0,-81 49 0,1 4 0,104-27 0,-79 32 0,139-13 0,414-32 0,-230 46 0,-327 24 0,-1 5 0,143 27 0,-194-24 0,0 1 0,58 25 0,-73-26 0,-1 2 0,-1 2 0,0 0 0,41 33 0,-55-40 0,-1 1 0,0 1 0,0 0 0,-1 0 0,0 0 0,0 1 0,-1 0 0,-1 0 0,0 0 0,0 1 0,-1 0 0,0 0 0,-1 0 0,0 0 0,-1 1 0,0-1 0,0 1 0,-2-1 0,1 1 0,-2 0 0,1-1 0,-2 1 0,1-1 0,-2 1 0,-3 13 0,-3-1 0,-1 0 0,-1-1 0,-1 0 0,-1-1 0,-25 33 0,-91 93 0,52-69 0,-3-4 0,-137 99 0,156-133 0,-1-2 0,-3-3 0,-1-3 0,-122 44 0,-189 19 0,-5-33 0,365-60 0,-212 25 0,221-28-1365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44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1204 1 24575,'0'0'0,"0"0"0,0 0 0,0 0 0,-1 14 0,-2 13 0,-1-1 0,-2 1 0,-15 45 0,-38 74 0,28-72 0,-73 194 0,-102 409 0,202-660 0,-111 472 0,20 5 0,-30 169 0,-174 1008-1049,184-658 1049,99-566 694,21-342-575,4 0-1,29 129 0,-18-148-118,4-1 0,40 97 0,-43-133 0,3 0 0,2-2 0,1-1 0,63 79 0,-51-82 0,2-1 0,2-2 0,2-1 0,1-3 0,1-2 0,2-2 0,2-2 0,74 32 0,-46-29 0,2-4 0,0-3 0,2-4 0,0-3 0,99 8 0,-67-18 0,142-7 0,116-26 0,-232 14 0,440-20 0,1 46 0,-503-9 0,303 28 0,-342-28 0,-27-5 0,0 1 0,23 0 0,-35-3 0,-1-1 0,1 1 0,-1 0 0,1-1 0,-1 1 0,1 0 0,-1-1 0,1 1 0,-1 0 0,1-1 0,-1 1 0,0-1 0,1 1 0,-1-1 0,0 1 0,1-1 0,-1 1 0,0-1 0,0 1 0,1-1 0,-1 0 0,0 1 0,0-1 0,0 1 0,0-1 0,0 0 0,0 1 0,0-1 0,0 1 0,0-1 0,0 1 0,0-1 0,0 0 0,0 1 0,-1-1 0,-4-27 0,4 24 0,-18-66 0,-50-117 0,36 103 0,-12-28 0,-17-44 0,62 153 0,2 5 0,7 12 0,11 22 0,31 63 0,66 133 0,-113-225 0,-1 1 0,0 0 0,0 0 0,3 17 0,-5-23 0,-1 1 0,0 0 0,0 0 0,0 0 0,0-1 0,0 1 0,-1 0 0,0 0 0,1 0 0,-1-1 0,0 1 0,0 0 0,0-1 0,-1 1 0,1-1 0,0 0 0,-1 1 0,-3 3 0,-2 0 0,1 1 0,-1-2 0,0 1 0,-1-1 0,1 0 0,-12 5 0,-55 21 0,60-25 0,-550 174 0,181-65 0,368-110 0,-134 48 0,119-41 0,0 2 0,-50 32 0,77-44 0,1-1 0,0 1 0,-1-1 0,1 1 0,0 0 0,0-1 0,0 1 0,0 0 0,0 0 0,1 1 0,-1-1 0,-1 3 0,3-5-20,0 0 0,0 1 0,0-1 0,0 0 0,0 1 0,0-1 0,0 0 0,0 1 0,0-1 0,1 0 0,-1 0 0,0 1 0,0-1 0,0 0 0,0 0 0,1 1 1,-1-1-1,0 0 0,0 0 0,1 0 0,-1 1 0,0-1 0,0 0 0,1 0 0,-1 0 0,0 0 0,0 0 0,1 0 0,-1 1 0,0-1 0,1 0 0,-1 0 0,0 0 0,1 0 0,-1 0 0,0 0 0,0 0 0,1 0 0,-1 0 0,0 0 0,1-1 0,1 2-506,12 0-6300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3:46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26 246 24575,'-5'20'0,"0"-8"0,0 11 0,1-1 0,1 1 0,1 0 0,1 0 0,1 0 0,1 0 0,1 0 0,5 27 0,-3-34 0,1 1 0,0-1 0,1-1 0,1 1 0,0-1 0,1 0 0,0 0 0,2-1 0,0 0 0,0-1 0,23 23 0,-7-13 0,1-2 0,0 0 0,2-2 0,49 25 0,-25-19 0,106 33 0,-74-35 0,1-4 0,1-3 0,123 5 0,266-21 0,-269-14 0,381-77 0,264-53 0,176 25 0,-989 115 0,84-11 0,-122 15 0,0-1 0,1 1 0,-1-1 0,0 1 0,0-1 0,0 1 0,0-1 0,0 1 0,0-1 0,0 0 0,0 0 0,0 0 0,0 1 0,0-1 0,-1 0 0,1 0 0,0 0 0,-1 0 0,1 0 0,0 0 0,-1-1 0,1 1 0,-1 0 0,0 0 0,1 0 0,-1 0 0,0-1 0,0 1 0,0 0 0,0 0 0,0 0 0,0-1 0,0 1 0,0 0 0,0 0 0,-1-2 0,0-5 0,-1 1 0,0-1 0,0 1 0,-5-10 0,-6-11 0,-1 1 0,-33-47 0,-45-44 0,45 63 0,-2 4 0,-3 1 0,-106-79 0,265 217 0,-79-65 0,234 199 0,-257-217 0,0 0 0,1 0 0,-2 0 0,1 1 0,-1 0 0,7 11 0,-10-15 0,0 1 0,0 0 0,0-1 0,-1 1 0,1 0 0,-1-1 0,1 1 0,-1 0 0,0 0 0,0-1 0,0 1 0,-1 0 0,1 0 0,-1-1 0,1 1 0,-1 0 0,0-1 0,0 1 0,0 0 0,-3 3 0,-3 6 0,0-1 0,-1-1 0,0 1 0,-1-1 0,-14 12 0,-55 41 0,56-47 0,-122 92-44,-94 74 139,13 17-873,134-103 437,4 4 0,5 3-1,-75 124 1,107-145-5758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9:48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3568 24575,'121'-7'0,"230"9"0,180-8 0,156-59 0,-88 5 0,-429 47 0,467-27 0,-556 41 0,0 4 0,85 15 0,-156-19 0,52 6 0,-57-6 0,0-1 0,0 0 0,1-1 0,-1 1 0,0-1 0,0 0 0,1-1 0,-1 1 0,5-3 0,-7 2 0,0 0 0,0 0 0,0-1 0,-1 1 0,1-1 0,-1 1 0,0-1 0,1 0 0,-1 0 0,0 0 0,-1 0 0,1 0 0,-1 0 0,1-1 0,-1 1 0,0 0 0,0-1 0,0-4 0,2-9 0,-1 0 0,0-26 0,-2 32 0,2-139 0,7-177 0,72-260-489,51 11 0,-40 227 489,25-94 0,-93 341 244,17-148 1,-36 197-147,-3 0 0,-2 0 0,-2 0-1,-16-90 1,14 124-98,-7-24 0,9 38 0,0 0 0,0 1 0,0-1 0,-1 0 0,1 1 0,-1-1 0,0 1 0,-1 0 0,1 0 0,-4-4 0,6 8-30,1 0-1,-1-1 0,1 1 1,-1 0-1,1 0 0,-1 0 1,0-1-1,1 1 0,-1 0 1,1 0-1,-1 0 0,1 0 1,-1 0-1,1 0 0,-1 0 1,0 0-1,1 0 0,-1 0 0,1 0 1,-1 1-1,1-1 0,-1 0 1,1 0-1,-1 0 0,1 1 1,-1-1-1,1 0 0,-1 1 1,1-1-1,-1 1 0,0 0-383,-12 6-6412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9:50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0 24575,'0'0'0,"0"0"0,0 0 0,-3 7 0,-4 26 0,0 1 0,-3 63 0,7-54 0,-20 183 0,-69 301 0,80-485 0,6-19 0,-5 27 0,11-50-33,0 0 0,0 0-1,0 0 1,0 0 0,0 0-1,0 0 1,0 0 0,0 1 0,0-1-1,0 0 1,0 0 0,0 0-1,0 0 1,0 0 0,0 0-1,0 0 1,0 0 0,0 1 0,0-1-1,0 0 1,1 0 0,-1 0-1,0 0 1,0 0 0,0 0-1,0 0 1,0 0 0,0 0 0,0 0-1,1 0 1,-1 0 0,0 0-1,0 0 1,0 0 0,0 0-1,0 0 1,0 0 0,0 0 0,1 0-1,-1 0 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9:51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1 24575,'0'0'0,"0"0"0,0 0 0,0 0 0,0 1 0,-11 66 0,-30 100 0,-34 63 0,33-108 0,30-87 0,-30 92 0,-30 149 0,71-273 63,2-6-1491,-1-3-5398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9:51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24575,'4'0'0,"0"1"0,-1-1 0,1 1 0,-1 0 0,6 2 0,9 2 0,11 0 0,1-2 0,-1-1 0,1-2 0,0-1 0,46-7 0,147-39 0,-154 30 0,-60 15 0,-5 0 0,1 1 0,0 0 0,-1 0 0,1 0 0,0 1 0,0-1 0,-1 1 0,1 0 0,8 2 0,-13-2-30,1 0-1,-1 1 0,1-1 0,-1 0 1,1 1-1,-1-1 0,1 0 0,-1 1 1,0-1-1,1 1 0,-1-1 0,0 1 1,1-1-1,-1 1 0,0-1 0,0 1 1,1-1-1,-1 1 0,0-1 1,0 1-1,0-1 0,0 1 0,0 0 1,0-1-1,0 1 0,0-1 0,0 1 1,0-1-1,0 1 0,0 0 0,0-1 1,0 1-1,0-1 0,-1 2 1,1-1-260,-4 17-6536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9:51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0 147 24575,'0'0'0,"6"-3"0,31-15 0,0 3 0,51-16 0,80-12 0,-158 41 0,108-23 0,-93 21 0,0 1 0,44 1 0,-67 2-72,1 0 1,-1 0-1,1 0 0,0 0 0,-1 1 0,1-1 0,-1 1 0,1 0 1,0-1-1,-1 1 0,0 0 0,1 1 0,-1-1 0,0 0 0,1 1 1,-1-1-1,0 1 0,3 3 0,4 8-6754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9:52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0 109 24575,'2'0'0,"-1"0"0,1-1 0,0 1 0,-1 0 0,1 0 0,0 0 0,-1 0 0,1 1 0,2 0 0,6 0 0,66 0 0,133-17 0,75-33 0,-214 33 0,-27 5 0,71-8 0,-109 19-195,-1 0 0,0 0 0,0 0 0,0 1 0,0-1 0,7 3 0,4 2-6631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9:53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621 202 24575,'1'-17'0,"0"9"0,-1-1 0,-1 1 0,1 0 0,-1-1 0,-1 1 0,0 0 0,0 0 0,0 0 0,-1 0 0,0 0 0,-1 1 0,-4-8 0,4 9 0,0 1 0,0 0 0,0 0 0,0 0 0,-1 0 0,0 1 0,0 0 0,0 0 0,0 0 0,-1 1 0,0 0 0,1 0 0,-1 0 0,0 1 0,0 0 0,-8-2 0,1 2 0,-1 0 0,1 1 0,0 1 0,-1 0 0,1 0 0,0 2 0,0-1 0,0 2 0,0 0 0,0 0 0,0 2 0,1-1 0,-1 1 0,-11 7 0,3 0 0,0 1 0,1 1 0,0 0 0,1 2 0,0 0 0,-28 33 0,31-30 0,1 2 0,0 0 0,2 1 0,0 0 0,-12 31 0,19-39 0,1 1 0,0 0 0,1 0 0,1 0 0,0 1 0,1-1 0,1 1 0,0-1 0,3 30 0,-1-39 0,0 0 0,0-1 0,1 1 0,0-1 0,0 1 0,0-1 0,0 1 0,1-1 0,0 0 0,5 7 0,-6-10 0,0 1 0,0-1 0,1 0 0,-1 0 0,1 0 0,-1 0 0,1-1 0,-1 1 0,1-1 0,0 1 0,0-1 0,0 0 0,0 0 0,0 0 0,0-1 0,0 1 0,0-1 0,0 1 0,0-1 0,0 0 0,5-1 0,1 0 0,0-1 0,0 0 0,0-1 0,0 0 0,-1 0 0,1-1 0,-1 0 0,0-1 0,11-7 0,3-4 0,39-37 0,-32 22 0,0 0 0,-2-2 0,-1-1 0,-2-1 0,-1-1 0,-2-1 0,-2-1 0,21-56 0,-35 87 0,-2 11 0,0 15 0,-3 17 0,-1 0 0,-6 38 0,-17 71 0,19-115 0,-72 307 0,14-68 0,46-167-1365,13-62-5461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9:54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336 71 24575,'0'0'0,"-2"-12"0,2 9 0,-1 1 0,1 0 0,-1 0 0,1 0 0,-1-1 0,0 1 0,0 0 0,0 0 0,0 0 0,-1 0 0,1 0 0,-1 0 0,1 1 0,-1-1 0,1 0 0,-1 1 0,0-1 0,-2-1 0,1 2 0,0 0 0,0 0 0,1 0 0,-1 0 0,0 0 0,0 1 0,0-1 0,0 1 0,0 0 0,0 0 0,0 0 0,-5 1 0,-1 1 0,-1 0 0,1 0 0,0 1 0,0 1 0,1 0 0,-1 0 0,1 0 0,-9 7 0,1 1 0,1 0 0,1 1 0,0 1 0,1 0 0,0 1 0,1 0 0,-10 18 0,14-20 0,0 2 0,0-1 0,1 1 0,1 0 0,1 0 0,0 1 0,1 0 0,-4 28 0,8-40 0,0 1 0,0 0 0,0 0 0,0-1 0,1 1 0,-1 0 0,1-1 0,1 1 0,-1 0 0,3 5 0,-3-9 0,-1 1 0,1-1 0,0 0 0,0 1 0,0-1 0,1 0 0,-1 0 0,0 0 0,0 0 0,1 0 0,-1 0 0,0 0 0,1 0 0,-1-1 0,1 1 0,-1 0 0,1-1 0,-1 1 0,1-1 0,-1 0 0,1 1 0,0-1 0,-1 0 0,1 0 0,-1 0 0,1 0 0,0 0 0,-1-1 0,1 1 0,-1 0 0,1-1 0,0 1 0,1-2 0,6-1 0,1-1 0,-1-1 0,-1 1 0,1-1 0,-1-1 0,15-11 0,41-45 0,-35 30 0,-1-1 0,28-45 0,-40 52 0,0-1 0,-2 0 0,20-57 0,-65 165 0,5-15 0,-104 314 0,102-281 0,-29 196 0,52-238 0,2 80 0,3-137-57,0 1 0,0-1 1,0 0-1,0 0 0,0 1 0,0-1 0,0 0 0,0 1 0,0-1 0,0 0 0,1 1 1,-1-1-1,0 0 0,0 0 0,0 1 0,0-1 0,0 0 0,1 0 0,-1 1 1,0-1-1,0 0 0,0 0 0,1 1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49:55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843 18 24575,'-7'-3'0,"1"0"0,0 1 0,-1 0 0,0 0 0,1 0 0,-1 1 0,0 0 0,0 0 0,0 1 0,0 0 0,0 0 0,0 0 0,0 1 0,0 0 0,1 1 0,-8 1 0,-5 3 0,0 1 0,1 1 0,0 1 0,-23 14 0,-2 5 0,1 2 0,2 2 0,1 1 0,2 2 0,-35 42 0,21-16 0,3 3 0,-61 107 0,25-7 0,76-144 0,1 0 0,1 1 0,0 0 0,1 0 0,2 0 0,-2 33 0,4-47 0,2 0 0,-1 0 0,1 0 0,0 0 0,0 0 0,1-1 0,0 1 0,0 0 0,1-1 0,-1 0 0,2 1 0,4 6 0,-5-8 0,0-1 0,1 0 0,0 0 0,0 0 0,0 0 0,1-1 0,-1 0 0,1 1 0,0-2 0,0 1 0,0 0 0,0-1 0,0 0 0,1-1 0,7 3 0,0-2 0,0 0 0,1-2 0,-1 1 0,0-1 0,1-1 0,-1-1 0,0 0 0,0 0 0,0-1 0,0-1 0,17-7 0,-4 0 0,-2-1 0,0-1 0,0-1 0,33-26 0,-39 26 0,22-23 0,-35 32 0,-1 0 0,0 0 0,0 0 0,0-1 0,0 1 0,-1-1 0,0 0 0,0 0 0,3-10 0,-6 13 0,1 1 0,-1-1 0,0 0 0,1 1 0,-1-1 0,-1 1 0,1-1 0,0 0 0,0 1 0,-1-1 0,0 1 0,1-1 0,-1 1 0,0-1 0,-2-3 0,0 2 0,1 0 0,-1 0 0,0 1 0,0-1 0,-1 1 0,1-1 0,-1 1 0,-3-3 0,-4-1 0,-1 0 0,0 1 0,0 0 0,0 1 0,-15-5 0,0 3 0,-44-5 0,55 10 0,17 2 0,-1-1 0,0 1 0,0 0 0,1 0 0,-1 0 0,0 0 0,0 0 0,0-1 0,1 1 0,-1 0 0,0 0 0,0 0 0,0-1 0,0 1 0,0 0 0,0 0 0,1 0 0,-1-1 0,0 1 0,0 0 0,0 0 0,0-1 0,0 1 0,0 0 0,0 0 0,0-1 0,0 1 0,0 0 0,0 0 0,0-1 0,0 1 0,0 0 0,0 0 0,0-1 0,0 1 0,0 0 0,-1 0 0,1-1 0,0 1 0,0 0 0,0 0 0,0 0 0,0-1 0,-1 1 0,1 0 0,0 0 0,0 0 0,0 0 0,-1-1 0,1 1 0,0 0 0,0 0 0,0 0 0,-1 0 0,1 0 0,0 0 0,0 0 0,-1 0 0,1 0 0,0 0 0,0 0 0,-1 0 0,1 0 0,0 0 0,0 0 0,-1 0 0,21-13 0,-19 12 0,56-27 0,88-33 0,67-5 0,-188 59 0,62-15 0,-73 19 0,-1 1 0,0 1 0,1 1 0,-1-1 0,14 3 0,-27-1 0,1 0 0,0 0 0,-1 0 0,1 0 0,-1 0 0,0 0 0,1-1 0,-1 1 0,0 0 0,1 0 0,-1 0 0,0-1 0,-1 2 0,-5 6 0,1 1 0,1 0 0,0 0 0,1 1 0,-6 18 0,-9 45 0,12-42 0,-24 102 0,-26 239 0,56-280-1365,3-65-5461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50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0 24575,'0'0'0,"0"0"0,-2 9 0,-44 281 0,-25-3 0,45-204 0,-38 135 0,50-161 0,-13 108 0,27-155 0,-1-1 0,2 1 0,-1 0 0,1 0 0,1-1 0,4 19 0,-7-22-1365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51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1 356 24575,'7'-4'0,"21"-10"0,1 1 0,1 2 0,49-12 0,-53 16 0,512-113 71,10 38-1302,-513 77 1231,624-68 0,-640 72-194,-6-1 419,-1 1 1,0 1 0,0 0 0,1 1-1,21 4 1,-34-5-247,0 0 1,0 0-1,0 0 0,0 0 0,0 1 0,1-1 1,-1 0-1,0 0 0,0 0 0,0 0 0,0 0 0,0 0 1,0 0-1,0 0 0,0 0 0,0 0 0,0 0 1,0 1-1,0-1 0,0 0 0,0 0 0,0 0 0,0 0 1,0 0-1,0 0 0,0 0 0,0 0 0,0 0 1,0 1-1,0-1 0,0 0 0,0 0 0,0 0 0,0 0 1,0 0-1,0 0 0,0 0 0,0 0 0,0 0 1,0 0-1,-1 0 0,1 1 0,0-1 0,0 0 0,0 0 1,0 0-1,0 0 0,0 0 0,0 0 0,-1 0-303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51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1 24575,'0'0'0,"0"0"0,0 1 0,-8 66 0,-31 230 0,-22-4 0,45-235-1365,13-46-5461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52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55 24575,'-6'7'0,"-20"30"0,2 1 0,1 1 0,3 0 0,1 2 0,1 0 0,3 2 0,-14 61 0,22-74 0,1 0 0,-1 40 0,7-59 0,0 1 0,0-1 0,1 1 0,0-1 0,1 1 0,1-1 0,0 0 0,0 1 0,6 11 0,-8-20 0,1 0 0,-1 0 0,1-1 0,0 1 0,-1 0 0,1-1 0,0 0 0,1 1 0,-1-1 0,0 0 0,1 0 0,-1 0 0,1-1 0,-1 1 0,1-1 0,0 1 0,0-1 0,0 0 0,0 0 0,0 0 0,0 0 0,0 0 0,0-1 0,0 0 0,0 1 0,0-1 0,0 0 0,0-1 0,6 0 0,0-1 0,0 0 0,0-1 0,0-1 0,-1 1 0,1-1 0,-1-1 0,0 1 0,14-12 0,0-2 0,-1-1 0,0-1 0,-2-1 0,0 0 0,-1-2 0,-2 0 0,20-35 0,-22 31 0,-1 0 0,-2 0 0,0-1 0,-2-1 0,0 0 0,7-58 0,-15 75 0,0 0 0,0 0 0,-2 0 0,1 0 0,-2 0 0,1 0 0,-2 0 0,-5-19 0,5 24 0,0 1 0,0-1 0,0 1 0,-1 0 0,0 0 0,0 0 0,-1 1 0,1-1 0,-1 1 0,0 0 0,-1 1 0,1-1 0,-1 1 0,0 0 0,0 0 0,-7-2 0,3 1 11,0 1 0,0 1 0,0 0 0,-1 1 0,1 0 0,-1 0-1,0 1 1,1 0 0,-1 1 0,-12 1 0,15 0-125,-1 0 0,1 0-1,-1 1 1,1 1 0,0-1 0,0 1-1,0 1 1,0-1 0,1 1 0,-1 0-1,1 1 1,-13 11 0,-5 9-6712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52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33 24575,'0'0'0,"-8"1"0,-6 3 0,0 0 0,0 1 0,0 0 0,1 1 0,0 0 0,0 1 0,0 1 0,-15 12 0,10-5 0,0 1 0,0 0 0,2 2 0,-20 25 0,22-23 0,0 1 0,2 1 0,0 0 0,1 1 0,2 0 0,-9 31 0,13-36 0,0 0 0,2 0 0,1 0 0,0 1 0,1-1 0,1 1 0,0-1 0,2 1 0,4 20 0,-5-34 0,0 0 0,0-1 0,1 1 0,-1 0 0,1-1 0,1 0 0,-1 1 0,1-1 0,-1 0 0,1 0 0,0 0 0,1-1 0,-1 1 0,1-1 0,5 5 0,-4-5 0,0 0 0,1 0 0,-1-1 0,0 0 0,1 0 0,-1-1 0,1 1 0,0-1 0,-1 0 0,1-1 0,0 1 0,-1-1 0,7-1 0,7-1 0,0-1 0,0 0 0,-1-2 0,0 0 0,1-2 0,-2 1 0,1-2 0,-1-1 0,25-15 0,-9 1 0,0-2 0,-2-1 0,41-42 0,-53 49 0,-1-1 0,-1 0 0,-1-2 0,-1 0 0,17-33 0,-28 45 0,0 0 0,0 0 0,-1 0 0,0 0 0,-1 0 0,0-1 0,0-11 0,-2 15 0,0-1 0,-1 1 0,1 0 0,-1 0 0,-1-1 0,0 1 0,0 0 0,0 0 0,-1 0 0,0 1 0,-5-9 0,3 6-7,-1 0 0,0 1-1,-1 0 1,0 0 0,0 0-1,0 1 1,-1 0 0,0 1-1,-1-1 1,-17-9 0,13 10 32,-1 1 0,1-1 0,-1 2 0,0 0 0,0 1 0,0 0 0,-18 0 0,4 2-211,-1 1 1,1 1-1,0 2 0,0 1 1,0 1-1,1 2 1,-42 15-1,4 3-6640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1:57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12902 464 24575,'-4'13'0,"-13"59"0,-9 83 0,4 74 0,9 149-341,17 0-292,1 0 291,-30 671 343,-23 0-1,31-700 0,-86 1083-2304,-4-249 1341,36 1 1011,66-1059 307,-15 355-1112,-22-3 5508,39-441-4574,-5 28-129,7-57-53,-1 0-1,1 0 0,-2 1 0,1-1 1,-1-1-1,-5 9 0,6-11 6,-1 0 0,-1-1 0,1 1 0,0-1 0,-1 0 0,0 0 0,1 0 0,-1 0 0,-1-1 0,1 1 0,0-1 0,0 0 0,-1-1 0,-6 3 0,-6 0 0,-1 0 0,-25 2 0,-8-1 0,-84-4 0,-52-15 0,79 5 0,-1207-44-1063,564 68 798,1 29 318,-458 64-53,65-4 0,-655-18 0,1773-85 0,-1027 25 0,666-18 0,-1392-34-13,1750 25 17,-262-22 394,222 15-178,1-4 0,-83-25 0,119 27-189,0-2-1,0-2 0,1 0 0,1-2 1,0-2-1,1 0 0,1-2 0,-35-33 1,30 21-39,2-1 0,1-2 0,2 0 1,1-2-1,-37-72 0,25 29-63,3-1-1,-34-126 1,-23-181-933,-48-574-1637,90-16 789,177-1789-4070,251-4 8032,-368 2712-1540,19-104 4345,-21 131-3655,1 1 0,25-59 0,-28 77-1235,1 0 0,1 1 0,0 0 0,0 1-1,1 0 1,1 0 0,-1 1 0,2 0 0,0 0-1,0 1 1,0 1 0,18-10 0,-6 7-34,0 0-1,1 2 1,0 0 0,0 2 0,1 0-1,28-3 1,322-26 9,-174 21 0,796-94-735,27-3-29,-234 38 779,658-56-2935,-132 58 2271,2 81-1,28 68-394,-166-8 188,595-78 1988,-1509-12 887,-198 14-5758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2:05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2674 89 24575,'-61'-21'0,"-2"3"0,1 2 0,-2 4 0,0 2 0,0 3 0,0 2 0,-77 6 0,-179 34 0,99-6 0,-158 0 0,38-4 0,2 18 0,216-18 0,-223 76 0,345-101 0,-1 1 0,0 0 0,0 0 0,0-1 0,0 1 0,0 0 0,0 1 0,-3 1 0,4-3 0,1 0 0,0 1 0,0-1 0,0 0 0,0 0 0,0 0 0,0 1 0,0-1 0,-1 0 0,1 0 0,0 0 0,0 1 0,0-1 0,0 0 0,0 0 0,0 0 0,0 1 0,0-1 0,0 0 0,0 0 0,0 0 0,0 1 0,1-1 0,-1 0 0,0 0 0,0 0 0,0 1 0,0-1 0,0 0 0,0 0 0,0 0 0,12 9 0,12 2 0,1-2 0,1 0 0,45 8 0,-45-11 0,158 35 0,1-8 0,362 15 0,82-52 0,-461 1 0,204-9-437,144-1-279,-431 13 325,0 5 0,138 23 0,-161-13-5474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00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1110 42 24575,'0'0'0,"0"0"0,-5-6 0,0 2 0,0 0 0,-1 1 0,1-1 0,-1 1 0,0 0 0,1 0 0,-1 1 0,-1 0 0,1 0 0,0 0 0,0 1 0,-1 0 0,1 0 0,-1 0 0,-9 1 0,-2 1 0,0 0 0,0 2 0,0 0 0,-24 7 0,9 1 0,1 1 0,1 2 0,0 1 0,1 1 0,1 2 0,1 1 0,-44 37 0,15-4 0,2 3 0,-61 78 0,68-73 0,2 3 0,4 1 0,2 3 0,3 1 0,-53 139 0,73-156 0,3 1 0,2 0 0,-9 90 0,18-98 0,2-1 0,2 1 0,1 0 0,3-1 0,10 43 0,-6-49 0,0-2 0,3 0 0,1 0 0,34 65 0,-37-83 0,1 0 0,1-1 0,0 0 0,1-1 0,1 0 0,0-1 0,1 0 0,0-2 0,1 1 0,33 17 0,-21-16 0,0-2 0,1-1 0,1-1 0,0-2 0,0-1 0,37 4 0,-19-6 0,1-2 0,0-2 0,59-8 0,-62 1 0,0-2 0,0-2 0,-1-2 0,-1-2 0,0-2 0,-1-2 0,0-2 0,-2-2 0,-1-1 0,55-42 0,-52 31 0,-1-2 0,-2-2 0,-1-2 0,-2-1 0,-2-2 0,-2-2 0,-2 0 0,38-77 0,-48 79 0,-3-2 0,-2 0 0,-1-1 0,-3-1 0,-1 0 0,-3-1 0,-1 0 0,-3 0 0,-4-84 0,-2 91 0,-2 0 0,-3 1 0,0-1 0,-3 1 0,-1 1 0,-2 0 0,-2 1 0,-2 0 0,-1 1 0,-1 1 0,-44-59 0,49 77 15,-1 0 0,0 2 0,-2 0 0,0 1 0,0 0 0,-1 1 0,-24-12 0,28 18-150,-2 0 0,1 2 0,-1 0 0,0 0 0,0 2 0,0 0 0,0 0 0,-1 2 0,0 0 0,-21 1 0,-14 4-6691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01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1 153 24575,'0'0'0,"0"0"0,0 0 0,8-2 0,276-74 0,-80 24 0,-179 45 0,-15 3 0,0 1 0,0 0 0,1 1 0,14-1 0,-18 4-1365,-1 1-5461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02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0 24575,'-1'7'0,"-10"48"0,-6 75 0,9-52 0,-17 104 20,-15 135-1405,37-273-5441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03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703 189 24575,'0'0'0,"-6"1"0,-4 2 0,0 0 0,0 1 0,0 0 0,1 1 0,-17 11 0,-41 35 0,23-12 0,2 2 0,1 2 0,2 1 0,3 3 0,-55 89 0,53-68 0,3 3 0,3 0 0,-42 143 0,50-127 0,4 0 0,-14 153 0,30-197 0,3 1 0,2-1 0,2 0 0,1 0 0,2 0 0,3 0 0,22 70 0,-22-90 0,1-2 0,0 1 0,2-1 0,0-1 0,1 0 0,1-1 0,1 0 0,1-1 0,34 30 0,-30-32 0,1-1 0,1-1 0,0 0 0,0-2 0,1-1 0,1-1 0,0-1 0,0-1 0,29 6 0,-5-5 11,-1-3 1,2-2-1,-1-1 0,0-3 0,64-8 0,-25-4-576,-2-3-1,92-30 1,-61 8 301,-2-6 1,187-97-1,-168 65 113,216-163 0,-255 163 151,114-117 0,-157 138 0,-3-2 0,-3-1 0,56-94 0,-83 119 0,-1 0 0,-1-1 0,-3-1 0,0-1 0,10-48 0,-18 62 0,-2-1 0,-1 1 0,0 0 0,-2-1 0,0 1 0,-1-1 0,-2 1 0,0 0 0,-1 0 0,-10-31 0,5 28 37,-2 0-1,0 0 1,-1 2 0,-1-1-1,-1 2 1,-2 0 0,-17-20-1,9 16 93,-1 1 0,0 1 0,-2 1 0,-52-32-1,29 26 6,-2 2 0,0 3 0,-2 2 0,0 2 0,-2 3 0,-67-12 0,30 13-219,-2 5 0,1 3 0,-1 5-1,1 4 1,-1 4 0,1 4 0,1 4 0,0 4 0,1 4 0,-174 68 0,104-12-983,103-44-4272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03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0 204 24575,'50'-17'0,"1"3"0,88-15 0,-93 21 0,134-28 0,342-55 0,-505 89-118,3-1-194,0 1 0,0 0 1,40 3-1,-52 1-6514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03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0 24575,'0'0'0,"-1"1"0,-10 31 0,2 0 0,1 1 0,-7 66 0,11-68 0,-56 532 0,43-378 0,3-27-1365,11-116-5461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05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1322 428 24575,'0'-1'0,"-1"0"0,0 0 0,0-1 0,0 1 0,0 0 0,0 0 0,0 0 0,-1 0 0,1 0 0,-2-1 0,0 0 0,-5-4 0,-1 1 0,0 0 0,0 1 0,-1 0 0,1 0 0,-1 0 0,0 2 0,0-1 0,0 1 0,0 0 0,-13 1 0,-2 0 0,-1 1 0,1 1 0,-36 7 0,19 0 0,-1 3 0,2 1 0,0 3 0,0 1 0,1 1 0,-68 43 0,59-28 0,0 3 0,3 1 0,1 3 0,-61 67 0,63-55 0,2 2 0,3 1 0,2 2 0,3 1 0,-30 71 0,35-62 0,4 0 0,2 2 0,4 1 0,-17 116 0,30-135 0,1 0 0,3 0 0,2-1 0,2 1 0,16 79 0,-12-95 0,3 0 0,0 0 0,2-1 0,2 0 0,1-1 0,1-1 0,2-1 0,37 50 0,-31-52 8,0-2 0,2 0 0,1-2 0,1-1 0,1-1 0,0-1 0,2-2 0,1-1 0,62 26 0,-43-26-165,0-2-1,1-2 1,1-3 0,0-1 0,1-3-1,54-1 1,-16-5 93,0-5 0,124-20 0,-100 3 49,161-53 0,-108 15 21,-4-9 0,240-133 0,-254 114-6,215-164 0,-280 181 0,-3-3 0,-3-4 0,108-134 0,-157 171-53,-2 0 1,-2-2 0,-2-1-1,-2-1 1,24-62 0,-38 80 26,-1 0-1,-1 0 1,-2-1 0,0 0 0,-2 0 0,-1 0-1,-1 0 1,-1-1 0,-2 1 0,0 0 0,-9-35 0,4 34 25,-2-1-1,-1 1 1,-1 1 0,-1 0 0,-31-48 0,22 44 4,-2 1 1,-1 1-1,-1 0 0,-33-27 0,11 18-22,0 1-1,-3 3 1,-1 3 0,-1 1-1,-102-41 1,66 38-78,-1 5 0,-1 4 0,-1 3 0,-1 5 1,-160-9-1,130 23 108,0 5 1,0 5 0,-227 46 0,225-25 1,1 6 0,-158 66 0,195-62-134,1 2 0,3 5 0,-140 102 1,173-109-5133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05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1 277 24575,'2'0'0,"0"0"0,1-1 0,-1 1 0,0-1 0,0 1 0,1-1 0,1-1 0,11-3 0,358-78 0,-204 47 0,259-51 0,3 30 0,-331 54-1365,-84 3-5461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06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0 24575,'-1'9'0,"-27"287"0,-22-2 0,38-230 0,-9 46 0,-21 130 0,32-166 0,0 92 0,11-142-341,0-1 0,1 0-1,6 24 1,3-2-6485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07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1498 0 24575,'-35'1'0,"0"2"0,0 1 0,1 2 0,-45 13 0,-127 56 0,140-44 0,1 2 0,2 3 0,2 3 0,1 3 0,2 2 0,2 3 0,3 2 0,1 2 0,3 2 0,2 3 0,-42 66 0,37-44-117,5 2 0,3 3 0,3 1 0,-54 164 0,75-180 89,3 1 0,3 1 0,3 0-1,3 1 1,3 0 0,9 140-1,0-174 29,1 1 0,3-1 0,1 0 0,1-1 0,2 0 0,23 46 0,-20-53 0,1 0 0,2-2 0,1 0 0,1-1 0,1-1 0,1-1 0,41 35 0,-32-34-64,2-1-1,0-2 0,2-2 0,71 32 1,-56-33-114,0-2 0,1-3 0,67 11 0,-30-14-29,1-4 0,-1-4 0,1-3 0,118-17 0,-92 1 181,0-5 1,-1-5-1,-1-5 1,-2-5-1,136-64 0,-154 54 5,-2-3-1,-2-5 0,-2-3 0,-3-4 0,-3-4 0,87-88 0,-118 100 0,84-117 0,-103 125 11,-3-2 0,-2-1-1,28-71 1,-41 85 24,-2-1 1,-2 0 0,0 0-1,-3-1 1,4-69-1,-10 76 25,-1 1-1,-1 0 1,-2 0-1,-1 1 1,-1-1-1,-1 1 1,-1 0-1,-18-36 1,12 33 45,-3 0-1,0 2 1,-2 0 0,-1 0 0,-27-28-1,16 24 26,-2 1 0,-1 1 0,-53-34 0,23 25-24,0 3 0,-3 2 0,-1 4 0,-111-35 0,76 36-84,-207-30 0,178 45 0,-158 4 0,191 13-280,0 4 1,0 4-1,-122 31 0,142-21-5310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07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1 138 24575,'2'0'0,"-1"0"0,1 0 0,0 0 0,0 0 0,0-1 0,-1 1 0,1 0 0,2-2 0,8-1 0,248-29 0,5 16 0,-27 2 0,486-53-1365,-704 65-5461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08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1 24575,'-3'6'0,"-13"46"0,2 1 0,-9 66 0,12-61 0,-56 317 0,17 4 0,44-316-1365,3-9-5461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09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1479 243 24575,'74'-53'0,"99"-78"0,-169 128 0,1-1 0,-1 0 0,1 0 0,6-9 0,-10 12 0,-1 1 0,1-1 0,-1 1 0,0-1 0,1 1 0,-1-1 0,0 1 0,1-1 0,-1 1 0,0-1 0,0 1 0,1-1 0,-1 0 0,0 1 0,0-1 0,0 1 0,0-1 0,0 0 0,0 1 0,0-1 0,0 1 0,0-1 0,0 0 0,0 1 0,0-1 0,0 1 0,-1-1 0,1 1 0,0-1 0,0 0 0,-1 1 0,1-1 0,0 1 0,-1-1 0,1 1 0,-1 0 0,1-1 0,0 1 0,-1-1 0,1 1 0,-1 0 0,1-1 0,-1 1 0,1 0 0,-1-1 0,0 1 0,1 0 0,-2 0 0,-5-2 0,0 0 0,0 1 0,-1 0 0,1 0 0,0 1 0,-1 0 0,1 1 0,-10 1 0,15-2 0,-53 6 0,-1 3 0,-96 30 0,65-10 0,-81 40 0,92-32-201,2 3 0,1 3 0,3 3 0,1 4-1,3 2 1,2 3 0,3 3 0,2 3 0,3 2 0,2 2-1,-58 95 1,63-78 110,3 3-1,5 1 0,3 2 1,4 2-1,-28 116 0,46-139 24,3 1-1,3 1 0,4 0 0,2 1 1,3-1-1,4 0 0,22 138 0,-16-164 286,3 1-1,1-1 0,2-1 1,3-1-1,0 0 0,3-1 1,1-1-1,2-1 0,40 48 1,-37-56-208,0-1 1,2-1-1,1-2 0,1 0 1,2-2-1,0-2 1,1-1-1,1-1 1,1-3-1,66 24 0,-41-23-22,0-3 0,0-3 0,2-2-1,-1-3 1,1-3 0,0-3 0,117-12 0,-86-3 4,0-3-1,-2-4 1,0-5 0,138-58 0,-125 37-38,-3-4 0,-2-5 0,-2-4 0,107-87 0,-135 90 8,-4-3 0,-1-2 0,-4-4 0,-3-2 0,96-145 0,-123 161 39,-3 0 0,-2-2 0,-2-1 0,-3-1 0,-2-1 0,14-76 0,-25 91 0,-3 0 0,-1-1 0,-2 1 0,-2-1 0,-2 0 0,-1 1 0,-3-1 0,-1 1 0,-21-65 0,11 59 4,-2 1 1,-2 1 0,-2 1 0,-2 1 0,-2 1 0,-33-41 0,20 36 11,-2 2-1,-1 2 0,-3 2 0,-79-57 1,61 56-4,-2 3 0,-1 3 1,-2 2-1,-2 4 0,-1 3 1,-1 3-1,-1 3 0,-121-19 1,146 35 256,0 1-1,-87 3 1,109 4-387,-1 1-1,1 1 0,0 2 1,0 0-1,1 2 1,-36 15-1,16 0-6403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09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99 24575,'0'0'0,"0"0"0,2 1 0,40 10 0,1-2 0,1-2 0,67 3 0,33-3-184,257-22-1,142-61-296,-497 68 375,264-35-1011,-283 42-5001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09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0 24575,'-5'9'0,"-21"45"0,2 1 0,-26 91 0,35-100 0,-97 332-289,86-272 144,-18 178 0,38-180 776,6-83-985,1-1-1,0 1 1,5 20 0,0-17-6472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10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1810 6 24575,'-45'-5'0,"26"6"0,0 0 0,0 2 0,0 0 0,-34 12 0,-73 35 0,56-16-64,1 4 0,3 2 0,-67 54 0,31-12-925,-96 100 1,105-85 829,5 4 1,4 3 0,4 5 0,5 2 0,-78 159 0,100-160 22,5 2 1,4 3-1,6 1 0,5 1 1,5 2-1,-12 125 1,26-5 135,15-184 0,3 1 0,14 72 0,-10-92 0,1 0 0,2 0 0,1-1 0,23 45 0,-21-54 0,1-1 0,1-1 0,1 0 0,1-1 0,2-1 0,25 24 0,-22-26-2,0-1 0,2-1 1,0-1-1,2-1 0,34 15 1,-25-15-2,1-3 0,1 0 1,61 10-1,-31-13 24,1-3-1,0-3 1,0-3-1,99-12 1,-15-8-84,-2-7 1,0-7-1,241-85 1,-213 48-88,-3-8 1,258-154 0,-289 140-23,-4-5 0,164-148-1,-224 169 172,-2-3-1,-4-3 1,-4-4 0,94-149-1,-132 181-36,-3-1-1,-2-2 1,-3-1-1,-2-1 1,-3 0 0,13-72-1,-26 92 37,-1-1 0,-3-1 1,-1 1-1,-5-52 0,0 59 2,-2 1 1,-1-1 0,-2 1-1,-1 1 1,-23-56-1,15 52 4,-2 0-1,0 2 1,-3 0-1,0 2 0,-38-41 1,27 38-14,-2 2 0,-1 1-1,-1 1 1,-42-24 0,19 19 64,-1 3 1,-2 2-1,-2 3 0,0 3 0,-1 3 0,-90-16 0,42 17-35,0 6 0,-216-1 0,201 20-34,1 6 0,-171 35 0,222-29 76,0 3-1,2 3 1,-74 34 0,75-21-3310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11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1 316 24575,'6'0'0,"0"-1"0,0 1 0,0-2 0,6-1 0,9-2 0,907-150-795,-167 30 653,-747 122 97,126-18 1027,-140 21-985,3 0-148,0 0-1,-1-1 1,1 1 0,-1 0-1,1 1 1,-1-1 0,1 0-1,3 2 1,0 1-6675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11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0 24575,'0'0'0,"1"10"0,0 15 0,0 25 0,0 27 0,-3 27 0,-3 25 0,-6 20 0,-4 14 0,-3 5-1613,0-12 1613,2-23 0,4-33-6578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43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1 24575,'0'0'0,"0"0"0,0 0 0,-3 7 0,-25 94 0,-15 109 0,15-60 0,-28 88 0,-39 227 0,95-458-227,-1-1-1,1 0 1,0 1-1,0-1 1,2 8-1,1-1-6598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44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1 409 24575,'48'-2'0,"57"-10"0,-48 4 0,129-18 0,323-89 0,-496 111 0,362-103 0,4 17 0,-318 78 0,118-20 0,-158 31 120,-20 2-188,-1-1 1,1 0-1,0 0 1,0 1-1,0-1 1,-1 0-1,1 1 1,0-1-1,0 1 1,-1-1-1,1 1 1,0-1-1,-1 1 1,1-1-1,-1 1 1,1 0-1,-1-1 1,1 1-1,-1 0 1,1-1-1,0 2 1,3 8-6759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45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677 1 24575,'-25'0'0,"1"2"0,0 0 0,0 2 0,1 1 0,-1 0 0,1 2 0,0 0 0,1 2 0,-33 17 0,30-11 0,1 0 0,1 2 0,1 0 0,0 1 0,2 2 0,0 0 0,-31 41 0,25-25 0,3 1 0,1 1 0,2 1 0,1 0 0,2 2 0,2 0 0,-11 50 0,15-39 0,1-1 0,3 2 0,3-1 0,1 1 0,8 85 0,-2-105 0,2 0 0,1-1 0,1 1 0,2-1 0,2-1 0,26 58 0,-28-73 0,1 0 0,0-1 0,1 0 0,0-1 0,26 25 0,-26-30 0,0 0 0,1 0 0,0-1 0,0 0 0,1-2 0,0 1 0,1-1 0,16 5 0,-14-8 0,-1 0 0,1 0 0,0-2 0,-1 0 0,1 0 0,0-2 0,0 0 0,0-1 0,-1 0 0,1-1 0,-1-1 0,0 0 0,17-8 0,-9 2 0,-1-1 0,0 0 0,0-2 0,-2 0 0,0-1 0,0-1 0,30-31 0,-40 35 0,-1 0 0,0 0 0,0-1 0,-1 0 0,0-1 0,-1 0 0,-1 0 0,0 0 0,-1-1 0,5-19 0,-8 24 0,-1 1 0,1-1 0,-2 0 0,1 1 0,-1-1 0,-1 0 0,0 1 0,0-1 0,0 1 0,-1-1 0,0 1 0,-1-1 0,0 1 0,0 0 0,-1 0 0,0 1 0,0-1 0,-10-11 0,8 11 0,0 1 0,-1 1 0,1-1 0,-1 1 0,-1 1 0,1-1 0,-1 1 0,0 0 0,-13-5 0,8 5 0,1 1 0,-1 0 0,0 1 0,-1 0 0,-26-2 0,15 5 0,-1 1 0,0 0 0,0 2 0,1 2 0,0 0 0,-35 12 0,25-5 0,0 2 0,1 1 0,-40 26 0,53-29 0,1 2 0,1 0 0,0 1 0,2 1 0,-1 1 0,-16 22 0,13-7 120,19-30-226,1 0 0,0 1 0,1-1 0,-1 0 0,0 0 0,1 1-1,-1-1 1,1 1 0,0-1 0,0 0 0,0 1 0,0-1 0,0 3 0,4 10-6720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46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24575,'-1'9'0,"-9"57"0,4 1 0,2 77 0,3-79 0,-2 37 0,4 247 0,0-341 0,-1-1 0,1 1 0,1-1 0,-1 1 0,1-1 0,0 0 0,5 9 0,-6-13 0,1 0 0,0 0 0,0 0 0,0-1 0,0 1 0,1-1 0,-1 1 0,1-1 0,0 0 0,-1 0 0,1 0 0,0 0 0,0 0 0,0-1 0,0 1 0,1-1 0,-1 0 0,4 1 0,5 0 0,1 0 0,-1 0 0,1-1 0,-1-1 0,1 0 0,-1-1 0,1 0 0,22-6 0,2-2 0,56-24 0,33-22 0,-5 1 0,-91 42 0,0 2 0,36-7 0,-58 15-341,1 1 0,0 0-1,15 0 1,-8 3-6485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0:46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0 24575,'-2'11'0,"-37"199"0,16 3 0,13-116 0,-98 767-879,85-677 717,8 1 0,11 249 0,6-402-6664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1:15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321 202 24575,'-20'234'0,"12"-175"0,-23 168 0,-78 292 0,-30-7 0,136-501 0,3-8 0,-1 1 0,0-1 0,0 0 0,0 1 0,0-1 0,-3 5 0,2-18 0,22-230 0,-13 184 0,56-375 0,36 6 0,-84 377 0,2 0 0,2 2 0,49-88 0,-49 105 0,0 1 0,2 0 0,1 2 0,2 0 0,0 2 0,46-37 0,-46 44 0,0 1 0,0 1 0,2 1 0,0 1 0,0 1 0,1 2 0,1 0 0,49-9 0,-61 16 0,0 2 0,0-1 0,1 2 0,-1 0 0,0 1 0,1 1 0,19 5 0,-23-4 0,-1 1 0,0 1 0,0 0 0,0 0 0,0 1 0,-1 1 0,0 0 0,0 0 0,19 18 0,-19-12 0,1-1 0,-2 2 0,0-1 0,0 2 0,-1-1 0,-1 1 0,-1 0 0,0 1 0,-1 0 0,0 0 0,-1 0 0,-1 1 0,-1 0 0,2 18 0,-4-20 0,-1 0 0,0 0 0,-1 0 0,0 0 0,-1-1 0,-1 1 0,-5 17 0,4-21 0,0-1 0,-1 1 0,0-1 0,0 0 0,-1 0 0,-1 0 0,1-1 0,-2 0 0,-14 15 0,6-11 0,-1-1 0,1 0 0,-2-2 0,0 0 0,0 0 0,0-2 0,-1 0 0,-39 9 0,1-4 0,-107 10 0,59-15-455,0-5 0,-207-20 0,279 12-6371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1:16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1496 66 24575,'0'0'0,"0"0"0,0 0 0,0 0 0,0 0 0,0 0 0,0 0 0,5-11 0,-4 9 0,0 0 0,0-1 0,0 1 0,0-1 0,0 0 0,0 0 0,-1 1 0,1-6 0,-1 7 0,0 0 0,0 0 0,-1 0 0,1 1 0,0-1 0,-1 0 0,1 0 0,0 0 0,-1 1 0,1-1 0,-1 0 0,0 0 0,1 1 0,-1-1 0,1 0 0,-1 1 0,0-1 0,1 1 0,-1-1 0,0 1 0,0-1 0,0 1 0,1-1 0,-1 1 0,0 0 0,0 0 0,0-1 0,0 1 0,-1 0 0,-11-3 0,0 1 0,0 0 0,0 1 0,0 0 0,0 1 0,-17 3 0,-81 14 0,99-14 0,-52 11 0,1 4 0,2 2 0,0 3 0,-97 50 0,61-18 0,-170 128 0,205-134 0,2 3 0,-91 102 0,123-121 0,1 0 0,3 3 0,0 0 0,3 1 0,1 1 0,-26 68 0,40-88 0,1 0 0,1 1 0,0 0 0,1-1 0,1 1 0,1 0 0,3 38 0,-1-44 0,2 0 0,-1 0 0,2 0 0,0 0 0,0 0 0,1-1 0,1 0 0,0 0 0,0 0 0,1-1 0,1 0 0,11 12 0,-4-7 0,2 0 0,0-1 0,1-1 0,1-1 0,0-1 0,0 0 0,1-1 0,1-1 0,0-1 0,0-1 0,31 7 0,-10-5 0,0-2 0,1-2 0,-1-2 0,1-1 0,48-4 0,-51-2 0,-1-1 0,63-14 0,-87 14 0,1-1 0,-1 0 0,0-1 0,0 0 0,0-2 0,-1 1 0,0-2 0,-1 0 0,15-12 0,-25 17 0,1 1 0,0-1 0,-1 0 0,0 0 0,0 0 0,0-1 0,0 1 0,-1-1 0,1 0 0,-1 1 0,0-1 0,-1 0 0,1 0 0,-1 0 0,0-1 0,0-9 0,-1 8 0,-1-1 0,1 0 0,-2 1 0,1-1 0,-1 0 0,0 1 0,-1 0 0,0 0 0,0 0 0,-8-13 0,-1 1 0,-1 1 0,-1 0 0,-1 1 0,0 0 0,-1 1 0,-34-25 0,24 22 0,-2 1 0,0 2 0,0 0 0,-38-13 0,66 29 0,0 0 0,-1 0 0,1 0 0,0 0 0,0 0 0,-1 0 0,1 0 0,0 0 0,0 0 0,-1 0 0,1-1 0,0 1 0,0 0 0,0 0 0,0 0 0,-1 0 0,1 0 0,0-1 0,0 1 0,0 0 0,0 0 0,-1 0 0,1-1 0,0 1 0,0 0 0,0 0 0,0-1 0,0 1 0,0 0 0,5-4 0,16-1 0,-20 5 0,119-16 0,138-1 0,-190 14 0,-3-1 0,10 0 0,148 9 0,-222-5 0,7 1 0,0 0 0,0 0 0,0 1 0,0 0 0,9 4 0,-15-5 0,0 0 0,0 0 0,-1 0 0,1 0 0,0 0 0,-1 0 0,1 1 0,-1-1 0,1 1 0,-1-1 0,0 1 0,0-1 0,0 1 0,0 0 0,0-1 0,0 1 0,0 0 0,0 0 0,0 0 0,-1 0 0,1 0 0,-1 0 0,0 0 0,1 0 0,-1 0 0,0 3 0,-1 7 0,-1-1 0,0 1 0,0-1 0,-1 0 0,-4 11 0,-25 55 0,21-54 0,-47 104 0,-30 67 0,70-148 0,2 1 0,-13 61 0,27-97-455,1 0 0,-1 15 0,2-7-6371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1:17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982 0 24575,'0'0'0,"0"0"0,0 0 0,-9 2 0,-14 7 0,0 0 0,0 2 0,0 0 0,-26 20 0,21-14 0,-238 164-200,202-130-216,3 3 1,-56 63-1,81-75 137,1 1 0,3 2 0,-51 90 0,64-97 311,2 1-1,2 0 1,1 1-1,2 1 1,-11 72 0,17-57 87,3-1 0,2 1 0,3 0 0,2-1-1,3 1 1,17 71 0,4-20 213,5-1 0,55 121 0,-54-151-155,54 89 1,-70-134-147,2-2 1,1-1 0,2 0 0,1-2-1,41 37 1,-52-52-373,1-2 0,-1 0-1,24 11 1,0-3-6485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1:18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671 0 24575,'10'7'0,"23"21"0,-2 1 0,0 2 0,47 62 0,-46-48 0,-1 2 0,36 75 0,-42-64 0,-2 1 0,-3 1 0,-2 0 0,-4 2 0,14 115 0,-20-61 0,-4-1 0,-16 150 0,2-156 0,-4-1 0,-6-1 0,-51 164 0,52-215 0,-3 0 0,-2-2 0,-3-1 0,-2-1 0,-2-1 0,-2-2 0,-3-1 0,-48 50 0,36-51 30,-2-2 0,-2-3 0,-102 63 0,-189 73-1515,298-158-5341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1:19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1 24575,'-1'23'0,"-8"44"0,2-25 0,-88 796 0,33-356 16,-15-2-56,18-118-1301,51-311-5485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1:20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1 24575,'2'0'0,"-1"0"0,0 0 0,0-1 0,1 1 0,-1 0 0,0 0 0,1 0 0,-1 0 0,0 1 0,0-1 0,2 1 0,5 0 0,68 6 0,-1 3 0,-1 3 0,0 4 0,111 41 0,-149-45 0,-1 2 0,49 31 0,-72-40 0,-2 1 0,1 1 0,-1 0 0,0 1 0,-1-1 0,0 2 0,0-1 0,-1 2 0,-1-1 0,1 1 0,6 13 0,-12-18 0,0 0 0,0 0 0,0-1 0,-1 1 0,0 0 0,0 0 0,0 1 0,-1-1 0,0 0 0,0 0 0,-1 0 0,0 0 0,0 0 0,0 0 0,-1 0 0,1 0 0,-2-1 0,-4 11 0,0-2 0,-1-1 0,-1 0 0,-1-1 0,1 1 0,-2-2 0,-15 15 0,-7 2 0,-1-2 0,-1-1 0,-1-1 0,-1-3 0,-55 25 0,13-14 0,-144 39 0,35-29 0,152-37 0,0-1 0,0-2 0,-47-3 0,77 0-103,-21-3 339,25 4-307,1 0-1,0-1 1,0 1 0,0 0-1,0-1 1,0 1 0,0-1-1,1 0 1,-1 1 0,0-1-1,0 0 1,0 0 0,0 1-1,1-1 1,-1 0 0,0 0-1,1 0 1,-1 0 0,1 0-1,-2-2 1,0-10-6755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1:20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1298 8 24575,'-19'-5'0,"4"4"0,1 0 0,-1 0 0,0 2 0,0 0 0,-23 4 0,-73 22 0,104-25 0,-73 23 0,2 3 0,1 4 0,2 3 0,1 3 0,2 4 0,1 3 0,3 2 0,-76 69 0,110-84 0,0 0 0,3 3 0,0 0 0,3 2 0,1 1 0,-31 59 0,46-73 0,1 1 0,2 0 0,0 0 0,2 1 0,-5 32 0,9-37 0,1 0 0,1 1 0,1-1 0,0 1 0,2-1 0,1 1 0,6 24 0,-2-22 0,1 1 0,1-1 0,1-1 0,1 0 0,19 30 0,-11-24 0,2-1 0,1-1 0,35 34 0,-6-16 0,2-2 0,1-2 0,93 52 0,158 59-771,10-28 262,-285-113 509,-16-7 0,0 1 0,-1 1 0,1 0 0,14 10 0,-14-3-1152,-7 0-4607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1:22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1 24575,'-3'10'0,"-107"278"0,-31 97 0,137-376-117,-3 18 364,6-26-325,1 1-1,0-1 0,0 0 0,0 0 1,0 0-1,0 0 0,0 1 1,0-1-1,0 0 0,0 0 1,1 0-1,-1 0 0,0 0 0,1 0 1,-1 1-1,1-1 0,-1 0 1,2 1-1,6 4-6747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1:22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24575,'0'0'0,"0"0"0,0 0 0,5-3 0,8 0 0,13-2 0,16 0 0,22 0 0,18 3 0,11 2 0,0 3 0,-5 3 0,-12 2 0,-10 2 0,-15 0-8191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1:22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24575,'0'0'0,"9"0"0,15 1 0,19 1 0,22 1 0,21 3 0,16 2 0,6 2 0,-1 2 0,-9 2 0,-14-1 0,-10 2 0,-19-2-8191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1:23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24575,'0'0'0,"0"0"0,7 1 0,11 0 0,14 3 0,21 2 0,19 2 0,15 4 0,10 0 0,7 1 0,2 1 0,-4-1 0,-6-2 0,-11-3 0,-9-4 0,-17-2-8191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1:23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429 1 24575,'9'5'0,"52"31"-65,-2 2 0,-1 3-1,-2 3 1,-2 2 0,-3 2 0,-1 2-1,-3 3 1,-2 1 0,-2 3-1,-3 1 1,-2 2 0,-3 2 0,46 113-1,-62-124 66,-3 0 0,-2 1 0,-2 0 0,-2 1 0,-3 0 0,1 84 0,-9-101 0,-1-1 0,-1 0 0,-2-1 0,-1 1 0,-2-1 0,-2 0 0,-1-1 0,-1 0 0,-2 0 0,-1-2 0,-21 32 0,15-32 19,-2-1 0,-1-1-1,-44 41 1,25-32 18,-82 56 1,-242 110-786,40-50-2858,206-101 533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1:30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0 24575,'0'0'0,"-2"7"0,-23 75 0,-18 106 0,-2 12 0,40-182 0,-6 22 0,-17 42 0,27-81-114,1 0 1,-1 1-1,0-1 0,0 0 0,0 0 1,1 1-1,-1-1 0,0 0 0,-1 0 1,1 0-1,-1 1 0,-6 3-6712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1:30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24575,'0'0'0,"9"0"0,15 1 0,18-1 0,18 0 0,16-3 0,13-3 0,9-1 0,2-3 0,-4 0 0,-6 0 0,-8 1 0,-12 2 0,-13 2 0,-7 1 0,-12 3-8191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1:44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1 24575,'-4'20'0,"-6"35"0,-6 106 0,15 58 0,2-87 0,-10 185 0,-22-2 0,29-303-102,-11 55 337,11-61-401,1 0-1,-1 0 1,-1 0-1,1 0 1,-1-1-1,0 1 1,-1-1-1,-5 8 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1:45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1574 1 24575,'-233'305'4,"132"-168"-121,-725 878-448,794-979 573,-142 172-27,18 12 143,152-214-72,-7 11 276,-14 34 1,22-47-445,2 1 0,-1 0 0,0 0 0,1 0 0,0 0-1,0 1 1,1-1 0,-1 0 0,1 0 0,0 1 0,1-1 0,0 6 0,5 9-6710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1:46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178 182 24575,'0'0'0,"0"0"0,5-7 0,1 0 0,0 0 0,0 0 0,1 1 0,0 0 0,1 0 0,-1 1 0,14-8 0,60-25 0,-39 21 0,1 1 0,0 3 0,57-11 0,-80 20 0,1 2 0,0 0 0,0 1 0,0 1 0,0 1 0,0 0 0,0 2 0,0 1 0,26 8 0,-37-9 0,0 1 0,0 0 0,-1 1 0,0 0 0,0 1 0,0 0 0,0 0 0,-1 0 0,0 1 0,-1 1 0,0-1 0,0 1 0,6 9 0,-8-9 0,-1-1 0,0 1 0,-1-1 0,1 1 0,-1 0 0,-1 1 0,0-1 0,0 0 0,0 1 0,-1-1 0,0 1 0,-1-1 0,0 1 0,0-1 0,-1 1 0,-2 11 0,-1-6 0,-1 1 0,0-1 0,-1-1 0,0 1 0,-1-1 0,0 0 0,-1 0 0,-1-1 0,0 0 0,0-1 0,-2 0 0,-19 18 0,4-8 0,0-2 0,-1-1 0,0 0 0,-56 24 0,-111 34 0,20-7 0,122-47 0,0-1 0,-94 54 0,144-74 0,0 0 0,0 0 0,0 1 0,1-1 0,-1 1 0,0 0 0,0-1 0,1 1 0,-1 0 0,1 0 0,0 0 0,-1 0 0,1 0 0,0 0 0,-1 3 0,2-4 0,0 1 0,0-1 0,0 1 0,0-1 0,0 1 0,1-1 0,-1 0 0,0 1 0,1-1 0,-1 1 0,1-1 0,-1 0 0,1 1 0,0-1 0,-1 0 0,1 0 0,0 1 0,0-1 0,0 0 0,0 0 0,0 0 0,0 0 0,0 0 0,0 0 0,0-1 0,2 2 0,7 4 0,-1 0 0,1-1 0,0 0 0,0-1 0,1 0 0,13 3 0,68 12 0,-46-13 11,-1-3 0,1-1 0,0-2 1,89-13-1,183-56-698,256-89-3203,-420 116 220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2:10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 24575,'8'-12'0,"-5"8"0,0 0 0,0 0 0,0 0 0,0 1 0,1-1 0,-1 1 0,1 0 0,5-4 0,-6 6 0,0-1 0,0 1 0,0 0 0,0 0 0,0 0 0,0 1 0,1-1 0,-1 1 0,0-1 0,0 1 0,1 0 0,-1 0 0,6 1 0,4 2 0,0 0 0,0 1 0,0 0 0,0 1 0,17 9 0,58 39 0,-17-3 0,-4 3 0,-1 3 0,86 95 0,151 217 0,-169-186-150,-9 6 0,-8 6 0,-8 4 0,164 422 1,-104-69 148,-127-367 1,19 200 1,-18 311-1127,-50 3 0,-13-309 1126,-98 537 0,-36-148 0,-17-2 0,107-489 0,-251 990-1201,259-1075 1173,-120 462 88,50 9-417,111-537 368,5 188-1,15-211-27,4-1 1,28 124-1,-18-149 180,4-2-1,4-1 0,45 97 1,-41-115 261,4-1-1,2-2 1,3-2 0,64 74-1,-71-96-274,3-2 0,1-1 0,2-3 0,1 0 0,53 31 0,-60-44-37,0-2 0,2-1-1,0-2 1,1-2 0,1-1 0,0-1-1,62 8 1,-36-13-112,0-3 0,0-2 0,1-4 0,119-19 0,245-80 0,-347 80 0,892-237 0,-326 55-764,-250 72 393,30 17 371,-30 9 0,166-50 1135,-459 131-1135,170-33 0,-251 55 0,0 1 0,1 1 0,-1 1 0,34 4 0,-20 2 0,-1 1 0,38 14 0,-42-10 0,-18-6 0,0 0 0,0-1 0,29 4 0,-42-9 0,-6-3 0,-6-3 0,-10-2 0,-1 0 0,1 2 0,-1 1 0,-1 1 0,-34-5 0,-115 1 0,61 8 0,-221-14 0,-439-120 0,312 18 0,411 104 0,31 7 342,14 5-684,11 2-1023,6 1-5461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7:52:10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1132 0 24575,'1'19'0,"-1"-6"0,0 0 0,-1 0 0,0 1 0,-1-1 0,-1 0 0,0 0 0,0-1 0,-2 1 0,-8 19 0,5-18 0,0-1 0,-1 1 0,0-1 0,-1-1 0,0 0 0,-1 0 0,-22 17 0,-88 62 0,18-15 0,-8 14 0,-48 46-862,-202 187-3953,213-186 2301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7F0D5-1E0E-A934-7D8C-C26E38B97C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C15D2F-E744-6460-DCD4-AA9FCAEDE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71C54-174A-70F9-37D0-13160C5C6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A0C7-833C-4A82-B6E2-93DC76CAED0E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6A63E-5602-BE2B-0BC1-FF3307619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BA3BA-949D-5B13-0062-5F448CDAB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290AA-F91C-4972-8A8A-D7B9E1494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440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1310F-B4E7-75EC-A039-5B93F505B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266AB-F58E-8071-7D72-E0D369FC0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CAAAF-EC1C-1A67-2EED-D1F526797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A0C7-833C-4A82-B6E2-93DC76CAED0E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329E5-0AD3-4D5E-222F-9F4670419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DB732-BFF0-8655-7D6F-32F5FAAD3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290AA-F91C-4972-8A8A-D7B9E1494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81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7DDD5-57AC-88D4-28EC-C8A7630B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D1BB7-C9F2-F0B6-E98B-079701B9A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57B41-827D-0D27-C917-AA1C36D34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A0C7-833C-4A82-B6E2-93DC76CAED0E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853D6-7B4E-B60D-3655-B46B34AE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C19C8-A01A-08E3-709A-4E93EA32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290AA-F91C-4972-8A8A-D7B9E1494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39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FA5C3-E9C7-2C44-6342-7BDEA386C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C67E5-3E94-8F5A-5F42-F46BE74290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739E9-99A4-0B53-CA0B-A0C9BB325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563E1-7BC6-3BCA-E213-52E29A783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A0C7-833C-4A82-B6E2-93DC76CAED0E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4AA47-B239-B897-8789-0D35D4E78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50525-B7B0-6B3D-328C-D75C1D66A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290AA-F91C-4972-8A8A-D7B9E1494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30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94901-17E5-7D5E-091C-A57AE7E56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01B5B-F773-61DA-5E75-DA1E7CF38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8A5548-2513-374A-7E6D-322140F74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F63505-C099-3363-E0BF-63F3522B3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5F2AC-0586-3CD2-5792-32BAD7E2AA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F767BA-126B-D637-3978-2006053C7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A0C7-833C-4A82-B6E2-93DC76CAED0E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F00769-304B-D8B4-A63E-D3CFB1A4C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466A3-4080-ACD2-49E1-F467792DA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290AA-F91C-4972-8A8A-D7B9E1494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39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8D45F-89FA-0967-ADB1-3ED20887A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C3BB51-3720-5E7D-DB89-D7020A15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A0C7-833C-4A82-B6E2-93DC76CAED0E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9A907-D563-8C4F-DFB4-7F8D0084E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AD568C-0C6B-9646-42F7-70DE60A56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290AA-F91C-4972-8A8A-D7B9E1494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777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7B5A2-39F2-87EC-52AE-355EB6299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A0C7-833C-4A82-B6E2-93DC76CAED0E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5B1B88-E1E3-8C2F-9165-F29B31C9A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D7CB5-FC19-E785-E398-1F513F819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290AA-F91C-4972-8A8A-D7B9E1494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5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A7C35-F8AC-549C-95F0-98A866401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BA241-5AB2-07B1-4C28-3443EA4FA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B65F60-F823-AA8D-EE46-90FE9688D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F5BD1-C496-8DB5-C941-2D021335F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A0C7-833C-4A82-B6E2-93DC76CAED0E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EB5CE-B0AA-9C39-107E-FDAD521A0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9B5E7-C59D-BB3A-5DA6-3017992B3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290AA-F91C-4972-8A8A-D7B9E1494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310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16A47-54F6-A3AB-0238-A3946B33F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C3F2A5-965C-73E0-D9EB-717F4D96981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6FA9D-6D99-9F2A-865D-0F79840A9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EF630-DF56-0B2E-C42A-594C6AA41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A0C7-833C-4A82-B6E2-93DC76CAED0E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80649-07A7-0080-9F40-41DD35E18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99C8A-54B5-B54E-D538-A31941F39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290AA-F91C-4972-8A8A-D7B9E1494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170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BA101-B499-A30F-C75B-ADDE68935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D379AA-57AB-202A-281D-EECC6A8EC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24FC2-992C-59AA-9A16-0A8A353A4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A0C7-833C-4A82-B6E2-93DC76CAED0E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7F759-628D-12E0-ECB3-CF4EA631A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563DE-B787-A4BA-35A8-F1A11D3D8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290AA-F91C-4972-8A8A-D7B9E1494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023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CE5802-9219-7FF1-3AD4-FB1DD830C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AFCB2-C823-9314-CCD5-5B343DE8C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5DA77-1D97-6E70-FB48-14DB0D0D8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5A0C7-833C-4A82-B6E2-93DC76CAED0E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C698C-FAFA-00E8-296B-F380BECC4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6BE3D-D1D7-E562-A6C0-7E6D750D8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290AA-F91C-4972-8A8A-D7B9E1494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99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ABD589-A22E-622B-3E01-54B5DB743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6AEC6-E236-E5B3-62B9-06EC92CA0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304B-41FA-E2E3-F0EE-601AAE06B9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85A0C7-833C-4A82-B6E2-93DC76CAED0E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62D54-3F0B-8924-649A-96D2F6489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6E89F-BD51-AE3D-60D8-E90408DD5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2290AA-F91C-4972-8A8A-D7B9E1494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47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99" Type="http://schemas.openxmlformats.org/officeDocument/2006/relationships/image" Target="../media/image148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customXml" Target="../ink/ink80.xml"/><Relationship Id="rId324" Type="http://schemas.openxmlformats.org/officeDocument/2006/relationships/customXml" Target="../ink/ink165.xml"/><Relationship Id="rId366" Type="http://schemas.openxmlformats.org/officeDocument/2006/relationships/customXml" Target="../ink/ink187.xml"/><Relationship Id="rId170" Type="http://schemas.openxmlformats.org/officeDocument/2006/relationships/image" Target="../media/image84.png"/><Relationship Id="rId226" Type="http://schemas.openxmlformats.org/officeDocument/2006/relationships/image" Target="../media/image112.png"/><Relationship Id="rId268" Type="http://schemas.openxmlformats.org/officeDocument/2006/relationships/image" Target="../media/image133.png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image" Target="../media/image63.png"/><Relationship Id="rId335" Type="http://schemas.openxmlformats.org/officeDocument/2006/relationships/image" Target="../media/image164.png"/><Relationship Id="rId377" Type="http://schemas.openxmlformats.org/officeDocument/2006/relationships/image" Target="../media/image184.png"/><Relationship Id="rId5" Type="http://schemas.openxmlformats.org/officeDocument/2006/relationships/image" Target="../media/image2.png"/><Relationship Id="rId181" Type="http://schemas.openxmlformats.org/officeDocument/2006/relationships/customXml" Target="../ink/ink91.xml"/><Relationship Id="rId237" Type="http://schemas.openxmlformats.org/officeDocument/2006/relationships/customXml" Target="../ink/ink119.xml"/><Relationship Id="rId279" Type="http://schemas.openxmlformats.org/officeDocument/2006/relationships/customXml" Target="../ink/ink140.xml"/><Relationship Id="rId43" Type="http://schemas.openxmlformats.org/officeDocument/2006/relationships/image" Target="../media/image21.png"/><Relationship Id="rId139" Type="http://schemas.openxmlformats.org/officeDocument/2006/relationships/customXml" Target="../ink/ink70.xml"/><Relationship Id="rId290" Type="http://schemas.openxmlformats.org/officeDocument/2006/relationships/customXml" Target="../ink/ink146.xml"/><Relationship Id="rId304" Type="http://schemas.openxmlformats.org/officeDocument/2006/relationships/customXml" Target="../ink/ink153.xml"/><Relationship Id="rId346" Type="http://schemas.openxmlformats.org/officeDocument/2006/relationships/customXml" Target="../ink/ink176.xml"/><Relationship Id="rId388" Type="http://schemas.openxmlformats.org/officeDocument/2006/relationships/customXml" Target="../ink/ink198.xml"/><Relationship Id="rId85" Type="http://schemas.openxmlformats.org/officeDocument/2006/relationships/image" Target="../media/image42.png"/><Relationship Id="rId150" Type="http://schemas.openxmlformats.org/officeDocument/2006/relationships/image" Target="../media/image74.png"/><Relationship Id="rId192" Type="http://schemas.openxmlformats.org/officeDocument/2006/relationships/image" Target="../media/image95.png"/><Relationship Id="rId206" Type="http://schemas.openxmlformats.org/officeDocument/2006/relationships/image" Target="../media/image102.png"/><Relationship Id="rId248" Type="http://schemas.openxmlformats.org/officeDocument/2006/relationships/image" Target="../media/image123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customXml" Target="../ink/ink160.xml"/><Relationship Id="rId357" Type="http://schemas.openxmlformats.org/officeDocument/2006/relationships/image" Target="../media/image175.png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customXml" Target="../ink/ink81.xml"/><Relationship Id="rId217" Type="http://schemas.openxmlformats.org/officeDocument/2006/relationships/customXml" Target="../ink/ink109.xml"/><Relationship Id="rId399" Type="http://schemas.openxmlformats.org/officeDocument/2006/relationships/image" Target="../media/image195.png"/><Relationship Id="rId259" Type="http://schemas.openxmlformats.org/officeDocument/2006/relationships/customXml" Target="../ink/ink130.xml"/><Relationship Id="rId23" Type="http://schemas.openxmlformats.org/officeDocument/2006/relationships/image" Target="../media/image11.png"/><Relationship Id="rId119" Type="http://schemas.openxmlformats.org/officeDocument/2006/relationships/customXml" Target="../ink/ink60.xml"/><Relationship Id="rId270" Type="http://schemas.openxmlformats.org/officeDocument/2006/relationships/image" Target="../media/image134.png"/><Relationship Id="rId326" Type="http://schemas.openxmlformats.org/officeDocument/2006/relationships/customXml" Target="../ink/ink166.xml"/><Relationship Id="rId65" Type="http://schemas.openxmlformats.org/officeDocument/2006/relationships/image" Target="../media/image32.png"/><Relationship Id="rId130" Type="http://schemas.openxmlformats.org/officeDocument/2006/relationships/image" Target="../media/image64.png"/><Relationship Id="rId368" Type="http://schemas.openxmlformats.org/officeDocument/2006/relationships/customXml" Target="../ink/ink188.xml"/><Relationship Id="rId172" Type="http://schemas.openxmlformats.org/officeDocument/2006/relationships/image" Target="../media/image85.png"/><Relationship Id="rId228" Type="http://schemas.openxmlformats.org/officeDocument/2006/relationships/image" Target="../media/image113.png"/><Relationship Id="rId281" Type="http://schemas.openxmlformats.org/officeDocument/2006/relationships/customXml" Target="../ink/ink141.xml"/><Relationship Id="rId337" Type="http://schemas.openxmlformats.org/officeDocument/2006/relationships/image" Target="../media/image165.png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customXml" Target="../ink/ink71.xml"/><Relationship Id="rId379" Type="http://schemas.openxmlformats.org/officeDocument/2006/relationships/image" Target="../media/image185.png"/><Relationship Id="rId7" Type="http://schemas.openxmlformats.org/officeDocument/2006/relationships/image" Target="../media/image3.png"/><Relationship Id="rId183" Type="http://schemas.openxmlformats.org/officeDocument/2006/relationships/customXml" Target="../ink/ink92.xml"/><Relationship Id="rId239" Type="http://schemas.openxmlformats.org/officeDocument/2006/relationships/customXml" Target="../ink/ink120.xml"/><Relationship Id="rId390" Type="http://schemas.openxmlformats.org/officeDocument/2006/relationships/customXml" Target="../ink/ink199.xml"/><Relationship Id="rId250" Type="http://schemas.openxmlformats.org/officeDocument/2006/relationships/image" Target="../media/image124.png"/><Relationship Id="rId292" Type="http://schemas.openxmlformats.org/officeDocument/2006/relationships/customXml" Target="../ink/ink147.xml"/><Relationship Id="rId306" Type="http://schemas.openxmlformats.org/officeDocument/2006/relationships/customXml" Target="../ink/ink154.xml"/><Relationship Id="rId45" Type="http://schemas.openxmlformats.org/officeDocument/2006/relationships/image" Target="../media/image22.png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348" Type="http://schemas.openxmlformats.org/officeDocument/2006/relationships/customXml" Target="../ink/ink177.xml"/><Relationship Id="rId152" Type="http://schemas.openxmlformats.org/officeDocument/2006/relationships/image" Target="../media/image75.png"/><Relationship Id="rId194" Type="http://schemas.openxmlformats.org/officeDocument/2006/relationships/image" Target="../media/image96.png"/><Relationship Id="rId208" Type="http://schemas.openxmlformats.org/officeDocument/2006/relationships/image" Target="../media/image103.png"/><Relationship Id="rId261" Type="http://schemas.openxmlformats.org/officeDocument/2006/relationships/customXml" Target="../ink/ink131.xml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customXml" Target="../ink/ink161.xml"/><Relationship Id="rId359" Type="http://schemas.openxmlformats.org/officeDocument/2006/relationships/image" Target="../media/image176.png"/><Relationship Id="rId98" Type="http://schemas.openxmlformats.org/officeDocument/2006/relationships/customXml" Target="../ink/ink49.xml"/><Relationship Id="rId121" Type="http://schemas.openxmlformats.org/officeDocument/2006/relationships/customXml" Target="../ink/ink61.xml"/><Relationship Id="rId163" Type="http://schemas.openxmlformats.org/officeDocument/2006/relationships/customXml" Target="../ink/ink82.xml"/><Relationship Id="rId219" Type="http://schemas.openxmlformats.org/officeDocument/2006/relationships/customXml" Target="../ink/ink110.xml"/><Relationship Id="rId370" Type="http://schemas.openxmlformats.org/officeDocument/2006/relationships/customXml" Target="../ink/ink189.xml"/><Relationship Id="rId230" Type="http://schemas.openxmlformats.org/officeDocument/2006/relationships/image" Target="../media/image114.png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image" Target="../media/image135.png"/><Relationship Id="rId328" Type="http://schemas.openxmlformats.org/officeDocument/2006/relationships/customXml" Target="../ink/ink167.xml"/><Relationship Id="rId132" Type="http://schemas.openxmlformats.org/officeDocument/2006/relationships/image" Target="../media/image65.png"/><Relationship Id="rId174" Type="http://schemas.openxmlformats.org/officeDocument/2006/relationships/image" Target="../media/image86.png"/><Relationship Id="rId381" Type="http://schemas.openxmlformats.org/officeDocument/2006/relationships/image" Target="../media/image186.png"/><Relationship Id="rId241" Type="http://schemas.openxmlformats.org/officeDocument/2006/relationships/customXml" Target="../ink/ink121.xml"/><Relationship Id="rId36" Type="http://schemas.openxmlformats.org/officeDocument/2006/relationships/customXml" Target="../ink/ink18.xml"/><Relationship Id="rId283" Type="http://schemas.openxmlformats.org/officeDocument/2006/relationships/customXml" Target="../ink/ink142.xml"/><Relationship Id="rId339" Type="http://schemas.openxmlformats.org/officeDocument/2006/relationships/image" Target="../media/image166.png"/><Relationship Id="rId78" Type="http://schemas.openxmlformats.org/officeDocument/2006/relationships/customXml" Target="../ink/ink39.xml"/><Relationship Id="rId101" Type="http://schemas.openxmlformats.org/officeDocument/2006/relationships/image" Target="../media/image50.png"/><Relationship Id="rId143" Type="http://schemas.openxmlformats.org/officeDocument/2006/relationships/customXml" Target="../ink/ink72.xml"/><Relationship Id="rId185" Type="http://schemas.openxmlformats.org/officeDocument/2006/relationships/customXml" Target="../ink/ink93.xml"/><Relationship Id="rId350" Type="http://schemas.openxmlformats.org/officeDocument/2006/relationships/customXml" Target="../ink/ink178.xml"/><Relationship Id="rId9" Type="http://schemas.openxmlformats.org/officeDocument/2006/relationships/image" Target="../media/image4.png"/><Relationship Id="rId210" Type="http://schemas.openxmlformats.org/officeDocument/2006/relationships/image" Target="../media/image104.png"/><Relationship Id="rId392" Type="http://schemas.openxmlformats.org/officeDocument/2006/relationships/customXml" Target="../ink/ink200.xml"/><Relationship Id="rId252" Type="http://schemas.openxmlformats.org/officeDocument/2006/relationships/image" Target="../media/image125.png"/><Relationship Id="rId294" Type="http://schemas.openxmlformats.org/officeDocument/2006/relationships/customXml" Target="../ink/ink148.xml"/><Relationship Id="rId308" Type="http://schemas.openxmlformats.org/officeDocument/2006/relationships/customXml" Target="../ink/ink156.xml"/><Relationship Id="rId47" Type="http://schemas.openxmlformats.org/officeDocument/2006/relationships/image" Target="../media/image23.png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54" Type="http://schemas.openxmlformats.org/officeDocument/2006/relationships/image" Target="../media/image76.png"/><Relationship Id="rId361" Type="http://schemas.openxmlformats.org/officeDocument/2006/relationships/customXml" Target="../ink/ink184.xml"/><Relationship Id="rId196" Type="http://schemas.openxmlformats.org/officeDocument/2006/relationships/image" Target="../media/image97.png"/><Relationship Id="rId16" Type="http://schemas.openxmlformats.org/officeDocument/2006/relationships/customXml" Target="../ink/ink8.xml"/><Relationship Id="rId221" Type="http://schemas.openxmlformats.org/officeDocument/2006/relationships/customXml" Target="../ink/ink111.xml"/><Relationship Id="rId263" Type="http://schemas.openxmlformats.org/officeDocument/2006/relationships/customXml" Target="../ink/ink132.xml"/><Relationship Id="rId319" Type="http://schemas.openxmlformats.org/officeDocument/2006/relationships/customXml" Target="../ink/ink162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customXml" Target="../ink/ink62.xml"/><Relationship Id="rId144" Type="http://schemas.openxmlformats.org/officeDocument/2006/relationships/image" Target="../media/image71.png"/><Relationship Id="rId330" Type="http://schemas.openxmlformats.org/officeDocument/2006/relationships/customXml" Target="../ink/ink168.xml"/><Relationship Id="rId90" Type="http://schemas.openxmlformats.org/officeDocument/2006/relationships/customXml" Target="../ink/ink45.xml"/><Relationship Id="rId165" Type="http://schemas.openxmlformats.org/officeDocument/2006/relationships/customXml" Target="../ink/ink83.xml"/><Relationship Id="rId186" Type="http://schemas.openxmlformats.org/officeDocument/2006/relationships/image" Target="../media/image92.png"/><Relationship Id="rId351" Type="http://schemas.openxmlformats.org/officeDocument/2006/relationships/image" Target="../media/image172.png"/><Relationship Id="rId372" Type="http://schemas.openxmlformats.org/officeDocument/2006/relationships/customXml" Target="../ink/ink190.xml"/><Relationship Id="rId393" Type="http://schemas.openxmlformats.org/officeDocument/2006/relationships/image" Target="../media/image192.png"/><Relationship Id="rId211" Type="http://schemas.openxmlformats.org/officeDocument/2006/relationships/customXml" Target="../ink/ink106.xml"/><Relationship Id="rId232" Type="http://schemas.openxmlformats.org/officeDocument/2006/relationships/image" Target="../media/image115.png"/><Relationship Id="rId253" Type="http://schemas.openxmlformats.org/officeDocument/2006/relationships/customXml" Target="../ink/ink127.xml"/><Relationship Id="rId274" Type="http://schemas.openxmlformats.org/officeDocument/2006/relationships/image" Target="../media/image136.png"/><Relationship Id="rId295" Type="http://schemas.openxmlformats.org/officeDocument/2006/relationships/image" Target="../media/image146.png"/><Relationship Id="rId309" Type="http://schemas.openxmlformats.org/officeDocument/2006/relationships/image" Target="../media/image152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customXml" Target="../ink/ink57.xml"/><Relationship Id="rId134" Type="http://schemas.openxmlformats.org/officeDocument/2006/relationships/image" Target="../media/image66.png"/><Relationship Id="rId320" Type="http://schemas.openxmlformats.org/officeDocument/2006/relationships/customXml" Target="../ink/ink163.xml"/><Relationship Id="rId80" Type="http://schemas.openxmlformats.org/officeDocument/2006/relationships/customXml" Target="../ink/ink40.xml"/><Relationship Id="rId155" Type="http://schemas.openxmlformats.org/officeDocument/2006/relationships/customXml" Target="../ink/ink78.xml"/><Relationship Id="rId176" Type="http://schemas.openxmlformats.org/officeDocument/2006/relationships/image" Target="../media/image87.png"/><Relationship Id="rId197" Type="http://schemas.openxmlformats.org/officeDocument/2006/relationships/customXml" Target="../ink/ink99.xml"/><Relationship Id="rId341" Type="http://schemas.openxmlformats.org/officeDocument/2006/relationships/image" Target="../media/image167.png"/><Relationship Id="rId362" Type="http://schemas.openxmlformats.org/officeDocument/2006/relationships/customXml" Target="../ink/ink185.xml"/><Relationship Id="rId383" Type="http://schemas.openxmlformats.org/officeDocument/2006/relationships/image" Target="../media/image187.png"/><Relationship Id="rId201" Type="http://schemas.openxmlformats.org/officeDocument/2006/relationships/customXml" Target="../ink/ink101.xml"/><Relationship Id="rId222" Type="http://schemas.openxmlformats.org/officeDocument/2006/relationships/image" Target="../media/image110.png"/><Relationship Id="rId243" Type="http://schemas.openxmlformats.org/officeDocument/2006/relationships/customXml" Target="../ink/ink122.xml"/><Relationship Id="rId264" Type="http://schemas.openxmlformats.org/officeDocument/2006/relationships/image" Target="../media/image131.png"/><Relationship Id="rId285" Type="http://schemas.openxmlformats.org/officeDocument/2006/relationships/customXml" Target="../ink/ink143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image" Target="../media/image61.png"/><Relationship Id="rId310" Type="http://schemas.openxmlformats.org/officeDocument/2006/relationships/customXml" Target="../ink/ink157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customXml" Target="../ink/ink73.xml"/><Relationship Id="rId166" Type="http://schemas.openxmlformats.org/officeDocument/2006/relationships/image" Target="../media/image82.png"/><Relationship Id="rId187" Type="http://schemas.openxmlformats.org/officeDocument/2006/relationships/customXml" Target="../ink/ink94.xml"/><Relationship Id="rId331" Type="http://schemas.openxmlformats.org/officeDocument/2006/relationships/image" Target="../media/image162.png"/><Relationship Id="rId352" Type="http://schemas.openxmlformats.org/officeDocument/2006/relationships/customXml" Target="../ink/ink179.xml"/><Relationship Id="rId373" Type="http://schemas.openxmlformats.org/officeDocument/2006/relationships/image" Target="../media/image182.png"/><Relationship Id="rId394" Type="http://schemas.openxmlformats.org/officeDocument/2006/relationships/customXml" Target="../ink/ink201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05.png"/><Relationship Id="rId233" Type="http://schemas.openxmlformats.org/officeDocument/2006/relationships/customXml" Target="../ink/ink117.xml"/><Relationship Id="rId254" Type="http://schemas.openxmlformats.org/officeDocument/2006/relationships/image" Target="../media/image126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image" Target="../media/image56.png"/><Relationship Id="rId275" Type="http://schemas.openxmlformats.org/officeDocument/2006/relationships/customXml" Target="../ink/ink138.xml"/><Relationship Id="rId296" Type="http://schemas.openxmlformats.org/officeDocument/2006/relationships/customXml" Target="../ink/ink149.xml"/><Relationship Id="rId300" Type="http://schemas.openxmlformats.org/officeDocument/2006/relationships/customXml" Target="../ink/ink151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customXml" Target="../ink/ink68.xml"/><Relationship Id="rId156" Type="http://schemas.openxmlformats.org/officeDocument/2006/relationships/image" Target="../media/image77.png"/><Relationship Id="rId177" Type="http://schemas.openxmlformats.org/officeDocument/2006/relationships/customXml" Target="../ink/ink89.xml"/><Relationship Id="rId198" Type="http://schemas.openxmlformats.org/officeDocument/2006/relationships/image" Target="../media/image98.png"/><Relationship Id="rId321" Type="http://schemas.openxmlformats.org/officeDocument/2006/relationships/image" Target="../media/image157.png"/><Relationship Id="rId342" Type="http://schemas.openxmlformats.org/officeDocument/2006/relationships/customXml" Target="../ink/ink174.xml"/><Relationship Id="rId363" Type="http://schemas.openxmlformats.org/officeDocument/2006/relationships/image" Target="../media/image177.png"/><Relationship Id="rId384" Type="http://schemas.openxmlformats.org/officeDocument/2006/relationships/customXml" Target="../ink/ink196.xml"/><Relationship Id="rId202" Type="http://schemas.openxmlformats.org/officeDocument/2006/relationships/image" Target="../media/image100.png"/><Relationship Id="rId223" Type="http://schemas.openxmlformats.org/officeDocument/2006/relationships/customXml" Target="../ink/ink112.xml"/><Relationship Id="rId244" Type="http://schemas.openxmlformats.org/officeDocument/2006/relationships/image" Target="../media/image121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customXml" Target="../ink/ink133.xml"/><Relationship Id="rId286" Type="http://schemas.openxmlformats.org/officeDocument/2006/relationships/image" Target="../media/image142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customXml" Target="../ink/ink63.xml"/><Relationship Id="rId146" Type="http://schemas.openxmlformats.org/officeDocument/2006/relationships/image" Target="../media/image72.png"/><Relationship Id="rId167" Type="http://schemas.openxmlformats.org/officeDocument/2006/relationships/customXml" Target="../ink/ink84.xml"/><Relationship Id="rId188" Type="http://schemas.openxmlformats.org/officeDocument/2006/relationships/image" Target="../media/image93.png"/><Relationship Id="rId311" Type="http://schemas.openxmlformats.org/officeDocument/2006/relationships/image" Target="../media/image153.png"/><Relationship Id="rId332" Type="http://schemas.openxmlformats.org/officeDocument/2006/relationships/customXml" Target="../ink/ink169.xml"/><Relationship Id="rId353" Type="http://schemas.openxmlformats.org/officeDocument/2006/relationships/image" Target="../media/image173.png"/><Relationship Id="rId374" Type="http://schemas.openxmlformats.org/officeDocument/2006/relationships/customXml" Target="../ink/ink191.xml"/><Relationship Id="rId395" Type="http://schemas.openxmlformats.org/officeDocument/2006/relationships/image" Target="../media/image19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customXml" Target="../ink/ink107.xml"/><Relationship Id="rId234" Type="http://schemas.openxmlformats.org/officeDocument/2006/relationships/image" Target="../media/image116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customXml" Target="../ink/ink128.xml"/><Relationship Id="rId276" Type="http://schemas.openxmlformats.org/officeDocument/2006/relationships/image" Target="../media/image137.png"/><Relationship Id="rId297" Type="http://schemas.openxmlformats.org/officeDocument/2006/relationships/image" Target="../media/image147.png"/><Relationship Id="rId40" Type="http://schemas.openxmlformats.org/officeDocument/2006/relationships/customXml" Target="../ink/ink20.xml"/><Relationship Id="rId115" Type="http://schemas.openxmlformats.org/officeDocument/2006/relationships/customXml" Target="../ink/ink58.xml"/><Relationship Id="rId136" Type="http://schemas.openxmlformats.org/officeDocument/2006/relationships/image" Target="../media/image67.png"/><Relationship Id="rId157" Type="http://schemas.openxmlformats.org/officeDocument/2006/relationships/customXml" Target="../ink/ink79.xml"/><Relationship Id="rId178" Type="http://schemas.openxmlformats.org/officeDocument/2006/relationships/image" Target="../media/image88.png"/><Relationship Id="rId301" Type="http://schemas.openxmlformats.org/officeDocument/2006/relationships/image" Target="../media/image149.png"/><Relationship Id="rId322" Type="http://schemas.openxmlformats.org/officeDocument/2006/relationships/customXml" Target="../ink/ink164.xml"/><Relationship Id="rId343" Type="http://schemas.openxmlformats.org/officeDocument/2006/relationships/image" Target="../media/image168.png"/><Relationship Id="rId364" Type="http://schemas.openxmlformats.org/officeDocument/2006/relationships/customXml" Target="../ink/ink186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customXml" Target="../ink/ink100.xml"/><Relationship Id="rId203" Type="http://schemas.openxmlformats.org/officeDocument/2006/relationships/customXml" Target="../ink/ink102.xml"/><Relationship Id="rId385" Type="http://schemas.openxmlformats.org/officeDocument/2006/relationships/image" Target="../media/image188.png"/><Relationship Id="rId19" Type="http://schemas.openxmlformats.org/officeDocument/2006/relationships/image" Target="../media/image9.png"/><Relationship Id="rId224" Type="http://schemas.openxmlformats.org/officeDocument/2006/relationships/image" Target="../media/image111.png"/><Relationship Id="rId245" Type="http://schemas.openxmlformats.org/officeDocument/2006/relationships/customXml" Target="../ink/ink123.xml"/><Relationship Id="rId266" Type="http://schemas.openxmlformats.org/officeDocument/2006/relationships/image" Target="../media/image132.png"/><Relationship Id="rId287" Type="http://schemas.openxmlformats.org/officeDocument/2006/relationships/customXml" Target="../ink/ink144.xml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image" Target="../media/image62.png"/><Relationship Id="rId147" Type="http://schemas.openxmlformats.org/officeDocument/2006/relationships/customXml" Target="../ink/ink74.xml"/><Relationship Id="rId168" Type="http://schemas.openxmlformats.org/officeDocument/2006/relationships/image" Target="../media/image83.png"/><Relationship Id="rId312" Type="http://schemas.openxmlformats.org/officeDocument/2006/relationships/customXml" Target="../ink/ink158.xml"/><Relationship Id="rId333" Type="http://schemas.openxmlformats.org/officeDocument/2006/relationships/image" Target="../media/image163.png"/><Relationship Id="rId354" Type="http://schemas.openxmlformats.org/officeDocument/2006/relationships/customXml" Target="../ink/ink180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customXml" Target="../ink/ink95.xml"/><Relationship Id="rId375" Type="http://schemas.openxmlformats.org/officeDocument/2006/relationships/image" Target="../media/image183.png"/><Relationship Id="rId396" Type="http://schemas.openxmlformats.org/officeDocument/2006/relationships/customXml" Target="../ink/ink202.xml"/><Relationship Id="rId3" Type="http://schemas.openxmlformats.org/officeDocument/2006/relationships/image" Target="../media/image1.png"/><Relationship Id="rId214" Type="http://schemas.openxmlformats.org/officeDocument/2006/relationships/image" Target="../media/image106.png"/><Relationship Id="rId235" Type="http://schemas.openxmlformats.org/officeDocument/2006/relationships/customXml" Target="../ink/ink118.xml"/><Relationship Id="rId256" Type="http://schemas.openxmlformats.org/officeDocument/2006/relationships/image" Target="../media/image127.png"/><Relationship Id="rId277" Type="http://schemas.openxmlformats.org/officeDocument/2006/relationships/customXml" Target="../ink/ink139.xml"/><Relationship Id="rId298" Type="http://schemas.openxmlformats.org/officeDocument/2006/relationships/customXml" Target="../ink/ink150.xml"/><Relationship Id="rId116" Type="http://schemas.openxmlformats.org/officeDocument/2006/relationships/image" Target="../media/image57.png"/><Relationship Id="rId137" Type="http://schemas.openxmlformats.org/officeDocument/2006/relationships/customXml" Target="../ink/ink69.xml"/><Relationship Id="rId158" Type="http://schemas.openxmlformats.org/officeDocument/2006/relationships/image" Target="../media/image78.png"/><Relationship Id="rId302" Type="http://schemas.openxmlformats.org/officeDocument/2006/relationships/customXml" Target="../ink/ink152.xml"/><Relationship Id="rId323" Type="http://schemas.openxmlformats.org/officeDocument/2006/relationships/image" Target="../media/image158.png"/><Relationship Id="rId344" Type="http://schemas.openxmlformats.org/officeDocument/2006/relationships/customXml" Target="../ink/ink175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customXml" Target="../ink/ink90.xml"/><Relationship Id="rId365" Type="http://schemas.openxmlformats.org/officeDocument/2006/relationships/image" Target="../media/image178.png"/><Relationship Id="rId386" Type="http://schemas.openxmlformats.org/officeDocument/2006/relationships/customXml" Target="../ink/ink197.xml"/><Relationship Id="rId190" Type="http://schemas.openxmlformats.org/officeDocument/2006/relationships/image" Target="../media/image94.png"/><Relationship Id="rId204" Type="http://schemas.openxmlformats.org/officeDocument/2006/relationships/image" Target="../media/image101.png"/><Relationship Id="rId225" Type="http://schemas.openxmlformats.org/officeDocument/2006/relationships/customXml" Target="../ink/ink113.xml"/><Relationship Id="rId246" Type="http://schemas.openxmlformats.org/officeDocument/2006/relationships/image" Target="../media/image122.png"/><Relationship Id="rId267" Type="http://schemas.openxmlformats.org/officeDocument/2006/relationships/customXml" Target="../ink/ink134.xml"/><Relationship Id="rId288" Type="http://schemas.openxmlformats.org/officeDocument/2006/relationships/image" Target="../media/image143.png"/><Relationship Id="rId106" Type="http://schemas.openxmlformats.org/officeDocument/2006/relationships/customXml" Target="../ink/ink53.xml"/><Relationship Id="rId127" Type="http://schemas.openxmlformats.org/officeDocument/2006/relationships/customXml" Target="../ink/ink64.xml"/><Relationship Id="rId313" Type="http://schemas.openxmlformats.org/officeDocument/2006/relationships/customXml" Target="../ink/ink159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image" Target="../media/image73.png"/><Relationship Id="rId169" Type="http://schemas.openxmlformats.org/officeDocument/2006/relationships/customXml" Target="../ink/ink85.xml"/><Relationship Id="rId334" Type="http://schemas.openxmlformats.org/officeDocument/2006/relationships/customXml" Target="../ink/ink170.xml"/><Relationship Id="rId355" Type="http://schemas.openxmlformats.org/officeDocument/2006/relationships/image" Target="../media/image174.png"/><Relationship Id="rId376" Type="http://schemas.openxmlformats.org/officeDocument/2006/relationships/customXml" Target="../ink/ink192.xml"/><Relationship Id="rId397" Type="http://schemas.openxmlformats.org/officeDocument/2006/relationships/image" Target="../media/image194.png"/><Relationship Id="rId4" Type="http://schemas.openxmlformats.org/officeDocument/2006/relationships/customXml" Target="../ink/ink2.xml"/><Relationship Id="rId180" Type="http://schemas.openxmlformats.org/officeDocument/2006/relationships/image" Target="../media/image89.png"/><Relationship Id="rId215" Type="http://schemas.openxmlformats.org/officeDocument/2006/relationships/customXml" Target="../ink/ink108.xml"/><Relationship Id="rId236" Type="http://schemas.openxmlformats.org/officeDocument/2006/relationships/image" Target="../media/image117.png"/><Relationship Id="rId257" Type="http://schemas.openxmlformats.org/officeDocument/2006/relationships/customXml" Target="../ink/ink129.xml"/><Relationship Id="rId278" Type="http://schemas.openxmlformats.org/officeDocument/2006/relationships/image" Target="../media/image138.png"/><Relationship Id="rId303" Type="http://schemas.openxmlformats.org/officeDocument/2006/relationships/image" Target="../media/image150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image" Target="../media/image68.png"/><Relationship Id="rId345" Type="http://schemas.openxmlformats.org/officeDocument/2006/relationships/image" Target="../media/image169.png"/><Relationship Id="rId387" Type="http://schemas.openxmlformats.org/officeDocument/2006/relationships/image" Target="../media/image189.png"/><Relationship Id="rId191" Type="http://schemas.openxmlformats.org/officeDocument/2006/relationships/customXml" Target="../ink/ink96.xml"/><Relationship Id="rId205" Type="http://schemas.openxmlformats.org/officeDocument/2006/relationships/customXml" Target="../ink/ink103.xml"/><Relationship Id="rId247" Type="http://schemas.openxmlformats.org/officeDocument/2006/relationships/customXml" Target="../ink/ink124.xml"/><Relationship Id="rId107" Type="http://schemas.openxmlformats.org/officeDocument/2006/relationships/image" Target="../media/image53.png"/><Relationship Id="rId289" Type="http://schemas.openxmlformats.org/officeDocument/2006/relationships/customXml" Target="../ink/ink145.xml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customXml" Target="../ink/ink75.xml"/><Relationship Id="rId314" Type="http://schemas.openxmlformats.org/officeDocument/2006/relationships/image" Target="../media/image154.png"/><Relationship Id="rId356" Type="http://schemas.openxmlformats.org/officeDocument/2006/relationships/customXml" Target="../ink/ink181.xml"/><Relationship Id="rId398" Type="http://schemas.openxmlformats.org/officeDocument/2006/relationships/customXml" Target="../ink/ink203.xml"/><Relationship Id="rId95" Type="http://schemas.openxmlformats.org/officeDocument/2006/relationships/image" Target="../media/image47.png"/><Relationship Id="rId160" Type="http://schemas.openxmlformats.org/officeDocument/2006/relationships/image" Target="../media/image79.png"/><Relationship Id="rId216" Type="http://schemas.openxmlformats.org/officeDocument/2006/relationships/image" Target="../media/image107.png"/><Relationship Id="rId258" Type="http://schemas.openxmlformats.org/officeDocument/2006/relationships/image" Target="../media/image128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image" Target="../media/image58.png"/><Relationship Id="rId325" Type="http://schemas.openxmlformats.org/officeDocument/2006/relationships/image" Target="../media/image159.png"/><Relationship Id="rId367" Type="http://schemas.openxmlformats.org/officeDocument/2006/relationships/image" Target="../media/image179.png"/><Relationship Id="rId171" Type="http://schemas.openxmlformats.org/officeDocument/2006/relationships/customXml" Target="../ink/ink86.xml"/><Relationship Id="rId227" Type="http://schemas.openxmlformats.org/officeDocument/2006/relationships/customXml" Target="../ink/ink114.xml"/><Relationship Id="rId269" Type="http://schemas.openxmlformats.org/officeDocument/2006/relationships/customXml" Target="../ink/ink135.xml"/><Relationship Id="rId33" Type="http://schemas.openxmlformats.org/officeDocument/2006/relationships/image" Target="../media/image16.png"/><Relationship Id="rId129" Type="http://schemas.openxmlformats.org/officeDocument/2006/relationships/customXml" Target="../ink/ink65.xml"/><Relationship Id="rId280" Type="http://schemas.openxmlformats.org/officeDocument/2006/relationships/image" Target="../media/image139.png"/><Relationship Id="rId336" Type="http://schemas.openxmlformats.org/officeDocument/2006/relationships/customXml" Target="../ink/ink171.xml"/><Relationship Id="rId75" Type="http://schemas.openxmlformats.org/officeDocument/2006/relationships/image" Target="../media/image37.png"/><Relationship Id="rId140" Type="http://schemas.openxmlformats.org/officeDocument/2006/relationships/image" Target="../media/image69.png"/><Relationship Id="rId182" Type="http://schemas.openxmlformats.org/officeDocument/2006/relationships/image" Target="../media/image90.png"/><Relationship Id="rId378" Type="http://schemas.openxmlformats.org/officeDocument/2006/relationships/customXml" Target="../ink/ink193.xml"/><Relationship Id="rId6" Type="http://schemas.openxmlformats.org/officeDocument/2006/relationships/customXml" Target="../ink/ink3.xml"/><Relationship Id="rId238" Type="http://schemas.openxmlformats.org/officeDocument/2006/relationships/image" Target="../media/image118.png"/><Relationship Id="rId291" Type="http://schemas.openxmlformats.org/officeDocument/2006/relationships/image" Target="../media/image144.png"/><Relationship Id="rId305" Type="http://schemas.openxmlformats.org/officeDocument/2006/relationships/image" Target="../media/image151.png"/><Relationship Id="rId347" Type="http://schemas.openxmlformats.org/officeDocument/2006/relationships/image" Target="../media/image170.png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customXml" Target="../ink/ink76.xml"/><Relationship Id="rId389" Type="http://schemas.openxmlformats.org/officeDocument/2006/relationships/image" Target="../media/image190.png"/><Relationship Id="rId193" Type="http://schemas.openxmlformats.org/officeDocument/2006/relationships/customXml" Target="../ink/ink97.xml"/><Relationship Id="rId207" Type="http://schemas.openxmlformats.org/officeDocument/2006/relationships/customXml" Target="../ink/ink104.xml"/><Relationship Id="rId249" Type="http://schemas.openxmlformats.org/officeDocument/2006/relationships/customXml" Target="../ink/ink125.xml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image" Target="../media/image129.png"/><Relationship Id="rId316" Type="http://schemas.openxmlformats.org/officeDocument/2006/relationships/image" Target="../media/image155.png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image" Target="../media/image59.png"/><Relationship Id="rId358" Type="http://schemas.openxmlformats.org/officeDocument/2006/relationships/customXml" Target="../ink/ink182.xml"/><Relationship Id="rId162" Type="http://schemas.openxmlformats.org/officeDocument/2006/relationships/image" Target="../media/image80.png"/><Relationship Id="rId218" Type="http://schemas.openxmlformats.org/officeDocument/2006/relationships/image" Target="../media/image108.png"/><Relationship Id="rId271" Type="http://schemas.openxmlformats.org/officeDocument/2006/relationships/customXml" Target="../ink/ink136.xml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customXml" Target="../ink/ink66.xml"/><Relationship Id="rId327" Type="http://schemas.openxmlformats.org/officeDocument/2006/relationships/image" Target="../media/image160.png"/><Relationship Id="rId369" Type="http://schemas.openxmlformats.org/officeDocument/2006/relationships/image" Target="../media/image180.png"/><Relationship Id="rId173" Type="http://schemas.openxmlformats.org/officeDocument/2006/relationships/customXml" Target="../ink/ink87.xml"/><Relationship Id="rId229" Type="http://schemas.openxmlformats.org/officeDocument/2006/relationships/customXml" Target="../ink/ink115.xml"/><Relationship Id="rId380" Type="http://schemas.openxmlformats.org/officeDocument/2006/relationships/customXml" Target="../ink/ink194.xml"/><Relationship Id="rId240" Type="http://schemas.openxmlformats.org/officeDocument/2006/relationships/image" Target="../media/image119.png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image" Target="../media/image140.png"/><Relationship Id="rId338" Type="http://schemas.openxmlformats.org/officeDocument/2006/relationships/customXml" Target="../ink/ink172.xml"/><Relationship Id="rId8" Type="http://schemas.openxmlformats.org/officeDocument/2006/relationships/customXml" Target="../ink/ink4.xml"/><Relationship Id="rId142" Type="http://schemas.openxmlformats.org/officeDocument/2006/relationships/image" Target="../media/image70.png"/><Relationship Id="rId184" Type="http://schemas.openxmlformats.org/officeDocument/2006/relationships/image" Target="../media/image91.png"/><Relationship Id="rId391" Type="http://schemas.openxmlformats.org/officeDocument/2006/relationships/image" Target="../media/image191.png"/><Relationship Id="rId251" Type="http://schemas.openxmlformats.org/officeDocument/2006/relationships/customXml" Target="../ink/ink126.xml"/><Relationship Id="rId46" Type="http://schemas.openxmlformats.org/officeDocument/2006/relationships/customXml" Target="../ink/ink23.xml"/><Relationship Id="rId293" Type="http://schemas.openxmlformats.org/officeDocument/2006/relationships/image" Target="../media/image145.png"/><Relationship Id="rId307" Type="http://schemas.openxmlformats.org/officeDocument/2006/relationships/customXml" Target="../ink/ink155.xml"/><Relationship Id="rId349" Type="http://schemas.openxmlformats.org/officeDocument/2006/relationships/image" Target="../media/image17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customXml" Target="../ink/ink77.xml"/><Relationship Id="rId195" Type="http://schemas.openxmlformats.org/officeDocument/2006/relationships/customXml" Target="../ink/ink98.xml"/><Relationship Id="rId209" Type="http://schemas.openxmlformats.org/officeDocument/2006/relationships/customXml" Target="../ink/ink105.xml"/><Relationship Id="rId360" Type="http://schemas.openxmlformats.org/officeDocument/2006/relationships/customXml" Target="../ink/ink183.xml"/><Relationship Id="rId220" Type="http://schemas.openxmlformats.org/officeDocument/2006/relationships/image" Target="../media/image109.png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image" Target="../media/image130.png"/><Relationship Id="rId318" Type="http://schemas.openxmlformats.org/officeDocument/2006/relationships/image" Target="../media/image156.png"/><Relationship Id="rId99" Type="http://schemas.openxmlformats.org/officeDocument/2006/relationships/image" Target="../media/image49.png"/><Relationship Id="rId122" Type="http://schemas.openxmlformats.org/officeDocument/2006/relationships/image" Target="../media/image60.png"/><Relationship Id="rId164" Type="http://schemas.openxmlformats.org/officeDocument/2006/relationships/image" Target="../media/image81.png"/><Relationship Id="rId371" Type="http://schemas.openxmlformats.org/officeDocument/2006/relationships/image" Target="../media/image181.png"/><Relationship Id="rId26" Type="http://schemas.openxmlformats.org/officeDocument/2006/relationships/customXml" Target="../ink/ink13.xml"/><Relationship Id="rId231" Type="http://schemas.openxmlformats.org/officeDocument/2006/relationships/customXml" Target="../ink/ink116.xml"/><Relationship Id="rId273" Type="http://schemas.openxmlformats.org/officeDocument/2006/relationships/customXml" Target="../ink/ink137.xml"/><Relationship Id="rId329" Type="http://schemas.openxmlformats.org/officeDocument/2006/relationships/image" Target="../media/image161.png"/><Relationship Id="rId68" Type="http://schemas.openxmlformats.org/officeDocument/2006/relationships/customXml" Target="../ink/ink34.xml"/><Relationship Id="rId133" Type="http://schemas.openxmlformats.org/officeDocument/2006/relationships/customXml" Target="../ink/ink67.xml"/><Relationship Id="rId175" Type="http://schemas.openxmlformats.org/officeDocument/2006/relationships/customXml" Target="../ink/ink88.xml"/><Relationship Id="rId340" Type="http://schemas.openxmlformats.org/officeDocument/2006/relationships/customXml" Target="../ink/ink173.xml"/><Relationship Id="rId200" Type="http://schemas.openxmlformats.org/officeDocument/2006/relationships/image" Target="../media/image99.png"/><Relationship Id="rId382" Type="http://schemas.openxmlformats.org/officeDocument/2006/relationships/customXml" Target="../ink/ink195.xml"/><Relationship Id="rId242" Type="http://schemas.openxmlformats.org/officeDocument/2006/relationships/image" Target="../media/image120.png"/><Relationship Id="rId284" Type="http://schemas.openxmlformats.org/officeDocument/2006/relationships/image" Target="../media/image141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2.png"/><Relationship Id="rId21" Type="http://schemas.openxmlformats.org/officeDocument/2006/relationships/image" Target="../media/image204.png"/><Relationship Id="rId42" Type="http://schemas.openxmlformats.org/officeDocument/2006/relationships/customXml" Target="../ink/ink224.xml"/><Relationship Id="rId63" Type="http://schemas.openxmlformats.org/officeDocument/2006/relationships/image" Target="../media/image225.png"/><Relationship Id="rId84" Type="http://schemas.openxmlformats.org/officeDocument/2006/relationships/customXml" Target="../ink/ink245.xml"/><Relationship Id="rId138" Type="http://schemas.openxmlformats.org/officeDocument/2006/relationships/customXml" Target="../ink/ink272.xml"/><Relationship Id="rId159" Type="http://schemas.openxmlformats.org/officeDocument/2006/relationships/image" Target="../media/image273.png"/><Relationship Id="rId170" Type="http://schemas.openxmlformats.org/officeDocument/2006/relationships/customXml" Target="../ink/ink288.xml"/><Relationship Id="rId191" Type="http://schemas.openxmlformats.org/officeDocument/2006/relationships/image" Target="../media/image289.png"/><Relationship Id="rId205" Type="http://schemas.openxmlformats.org/officeDocument/2006/relationships/image" Target="../media/image296.png"/><Relationship Id="rId107" Type="http://schemas.openxmlformats.org/officeDocument/2006/relationships/image" Target="../media/image247.png"/><Relationship Id="rId11" Type="http://schemas.openxmlformats.org/officeDocument/2006/relationships/image" Target="../media/image199.png"/><Relationship Id="rId32" Type="http://schemas.openxmlformats.org/officeDocument/2006/relationships/customXml" Target="../ink/ink219.xml"/><Relationship Id="rId53" Type="http://schemas.openxmlformats.org/officeDocument/2006/relationships/image" Target="../media/image220.png"/><Relationship Id="rId74" Type="http://schemas.openxmlformats.org/officeDocument/2006/relationships/customXml" Target="../ink/ink240.xml"/><Relationship Id="rId128" Type="http://schemas.openxmlformats.org/officeDocument/2006/relationships/customXml" Target="../ink/ink267.xml"/><Relationship Id="rId149" Type="http://schemas.openxmlformats.org/officeDocument/2006/relationships/image" Target="../media/image268.png"/><Relationship Id="rId5" Type="http://schemas.openxmlformats.org/officeDocument/2006/relationships/image" Target="../media/image196.png"/><Relationship Id="rId95" Type="http://schemas.openxmlformats.org/officeDocument/2006/relationships/image" Target="../media/image241.png"/><Relationship Id="rId160" Type="http://schemas.openxmlformats.org/officeDocument/2006/relationships/customXml" Target="../ink/ink283.xml"/><Relationship Id="rId181" Type="http://schemas.openxmlformats.org/officeDocument/2006/relationships/image" Target="../media/image284.png"/><Relationship Id="rId22" Type="http://schemas.openxmlformats.org/officeDocument/2006/relationships/customXml" Target="../ink/ink214.xml"/><Relationship Id="rId43" Type="http://schemas.openxmlformats.org/officeDocument/2006/relationships/image" Target="../media/image215.png"/><Relationship Id="rId64" Type="http://schemas.openxmlformats.org/officeDocument/2006/relationships/customXml" Target="../ink/ink235.xml"/><Relationship Id="rId118" Type="http://schemas.openxmlformats.org/officeDocument/2006/relationships/customXml" Target="../ink/ink262.xml"/><Relationship Id="rId139" Type="http://schemas.openxmlformats.org/officeDocument/2006/relationships/image" Target="../media/image263.png"/><Relationship Id="rId85" Type="http://schemas.openxmlformats.org/officeDocument/2006/relationships/image" Target="../media/image236.png"/><Relationship Id="rId150" Type="http://schemas.openxmlformats.org/officeDocument/2006/relationships/customXml" Target="../ink/ink278.xml"/><Relationship Id="rId171" Type="http://schemas.openxmlformats.org/officeDocument/2006/relationships/image" Target="../media/image279.png"/><Relationship Id="rId192" Type="http://schemas.openxmlformats.org/officeDocument/2006/relationships/customXml" Target="../ink/ink299.xml"/><Relationship Id="rId206" Type="http://schemas.openxmlformats.org/officeDocument/2006/relationships/customXml" Target="../ink/ink306.xml"/><Relationship Id="rId12" Type="http://schemas.openxmlformats.org/officeDocument/2006/relationships/customXml" Target="../ink/ink209.xml"/><Relationship Id="rId33" Type="http://schemas.openxmlformats.org/officeDocument/2006/relationships/image" Target="../media/image210.png"/><Relationship Id="rId108" Type="http://schemas.openxmlformats.org/officeDocument/2006/relationships/customXml" Target="../ink/ink257.xml"/><Relationship Id="rId129" Type="http://schemas.openxmlformats.org/officeDocument/2006/relationships/image" Target="../media/image258.png"/><Relationship Id="rId54" Type="http://schemas.openxmlformats.org/officeDocument/2006/relationships/customXml" Target="../ink/ink230.xml"/><Relationship Id="rId75" Type="http://schemas.openxmlformats.org/officeDocument/2006/relationships/image" Target="../media/image231.png"/><Relationship Id="rId96" Type="http://schemas.openxmlformats.org/officeDocument/2006/relationships/customXml" Target="../ink/ink251.xml"/><Relationship Id="rId140" Type="http://schemas.openxmlformats.org/officeDocument/2006/relationships/customXml" Target="../ink/ink273.xml"/><Relationship Id="rId161" Type="http://schemas.openxmlformats.org/officeDocument/2006/relationships/image" Target="../media/image274.png"/><Relationship Id="rId182" Type="http://schemas.openxmlformats.org/officeDocument/2006/relationships/customXml" Target="../ink/ink294.xml"/><Relationship Id="rId6" Type="http://schemas.openxmlformats.org/officeDocument/2006/relationships/customXml" Target="../ink/ink206.xml"/><Relationship Id="rId23" Type="http://schemas.openxmlformats.org/officeDocument/2006/relationships/image" Target="../media/image205.png"/><Relationship Id="rId119" Type="http://schemas.openxmlformats.org/officeDocument/2006/relationships/image" Target="../media/image253.png"/><Relationship Id="rId44" Type="http://schemas.openxmlformats.org/officeDocument/2006/relationships/customXml" Target="../ink/ink225.xml"/><Relationship Id="rId65" Type="http://schemas.openxmlformats.org/officeDocument/2006/relationships/image" Target="../media/image226.png"/><Relationship Id="rId86" Type="http://schemas.openxmlformats.org/officeDocument/2006/relationships/customXml" Target="../ink/ink246.xml"/><Relationship Id="rId130" Type="http://schemas.openxmlformats.org/officeDocument/2006/relationships/customXml" Target="../ink/ink268.xml"/><Relationship Id="rId151" Type="http://schemas.openxmlformats.org/officeDocument/2006/relationships/image" Target="../media/image269.png"/><Relationship Id="rId172" Type="http://schemas.openxmlformats.org/officeDocument/2006/relationships/customXml" Target="../ink/ink289.xml"/><Relationship Id="rId193" Type="http://schemas.openxmlformats.org/officeDocument/2006/relationships/image" Target="../media/image290.png"/><Relationship Id="rId207" Type="http://schemas.openxmlformats.org/officeDocument/2006/relationships/image" Target="../media/image297.png"/><Relationship Id="rId13" Type="http://schemas.openxmlformats.org/officeDocument/2006/relationships/image" Target="../media/image200.png"/><Relationship Id="rId109" Type="http://schemas.openxmlformats.org/officeDocument/2006/relationships/image" Target="../media/image248.png"/><Relationship Id="rId34" Type="http://schemas.openxmlformats.org/officeDocument/2006/relationships/customXml" Target="../ink/ink220.xml"/><Relationship Id="rId55" Type="http://schemas.openxmlformats.org/officeDocument/2006/relationships/image" Target="../media/image221.png"/><Relationship Id="rId76" Type="http://schemas.openxmlformats.org/officeDocument/2006/relationships/customXml" Target="../ink/ink241.xml"/><Relationship Id="rId97" Type="http://schemas.openxmlformats.org/officeDocument/2006/relationships/image" Target="../media/image242.png"/><Relationship Id="rId120" Type="http://schemas.openxmlformats.org/officeDocument/2006/relationships/customXml" Target="../ink/ink263.xml"/><Relationship Id="rId141" Type="http://schemas.openxmlformats.org/officeDocument/2006/relationships/image" Target="../media/image264.png"/><Relationship Id="rId7" Type="http://schemas.openxmlformats.org/officeDocument/2006/relationships/image" Target="../media/image197.png"/><Relationship Id="rId162" Type="http://schemas.openxmlformats.org/officeDocument/2006/relationships/customXml" Target="../ink/ink284.xml"/><Relationship Id="rId183" Type="http://schemas.openxmlformats.org/officeDocument/2006/relationships/image" Target="../media/image285.png"/><Relationship Id="rId24" Type="http://schemas.openxmlformats.org/officeDocument/2006/relationships/customXml" Target="../ink/ink215.xml"/><Relationship Id="rId40" Type="http://schemas.openxmlformats.org/officeDocument/2006/relationships/customXml" Target="../ink/ink223.xml"/><Relationship Id="rId45" Type="http://schemas.openxmlformats.org/officeDocument/2006/relationships/image" Target="../media/image216.png"/><Relationship Id="rId66" Type="http://schemas.openxmlformats.org/officeDocument/2006/relationships/customXml" Target="../ink/ink236.xml"/><Relationship Id="rId87" Type="http://schemas.openxmlformats.org/officeDocument/2006/relationships/image" Target="../media/image237.png"/><Relationship Id="rId110" Type="http://schemas.openxmlformats.org/officeDocument/2006/relationships/customXml" Target="../ink/ink258.xml"/><Relationship Id="rId115" Type="http://schemas.openxmlformats.org/officeDocument/2006/relationships/image" Target="../media/image251.png"/><Relationship Id="rId131" Type="http://schemas.openxmlformats.org/officeDocument/2006/relationships/image" Target="../media/image259.png"/><Relationship Id="rId136" Type="http://schemas.openxmlformats.org/officeDocument/2006/relationships/customXml" Target="../ink/ink271.xml"/><Relationship Id="rId157" Type="http://schemas.openxmlformats.org/officeDocument/2006/relationships/image" Target="../media/image272.png"/><Relationship Id="rId178" Type="http://schemas.openxmlformats.org/officeDocument/2006/relationships/customXml" Target="../ink/ink292.xml"/><Relationship Id="rId61" Type="http://schemas.openxmlformats.org/officeDocument/2006/relationships/image" Target="../media/image224.png"/><Relationship Id="rId82" Type="http://schemas.openxmlformats.org/officeDocument/2006/relationships/customXml" Target="../ink/ink244.xml"/><Relationship Id="rId152" Type="http://schemas.openxmlformats.org/officeDocument/2006/relationships/customXml" Target="../ink/ink279.xml"/><Relationship Id="rId173" Type="http://schemas.openxmlformats.org/officeDocument/2006/relationships/image" Target="../media/image280.png"/><Relationship Id="rId194" Type="http://schemas.openxmlformats.org/officeDocument/2006/relationships/customXml" Target="../ink/ink300.xml"/><Relationship Id="rId199" Type="http://schemas.openxmlformats.org/officeDocument/2006/relationships/image" Target="../media/image293.png"/><Relationship Id="rId203" Type="http://schemas.openxmlformats.org/officeDocument/2006/relationships/image" Target="../media/image295.png"/><Relationship Id="rId19" Type="http://schemas.openxmlformats.org/officeDocument/2006/relationships/image" Target="../media/image203.png"/><Relationship Id="rId14" Type="http://schemas.openxmlformats.org/officeDocument/2006/relationships/customXml" Target="../ink/ink210.xml"/><Relationship Id="rId30" Type="http://schemas.openxmlformats.org/officeDocument/2006/relationships/customXml" Target="../ink/ink218.xml"/><Relationship Id="rId35" Type="http://schemas.openxmlformats.org/officeDocument/2006/relationships/image" Target="../media/image211.png"/><Relationship Id="rId56" Type="http://schemas.openxmlformats.org/officeDocument/2006/relationships/customXml" Target="../ink/ink231.xml"/><Relationship Id="rId77" Type="http://schemas.openxmlformats.org/officeDocument/2006/relationships/image" Target="../media/image232.png"/><Relationship Id="rId100" Type="http://schemas.openxmlformats.org/officeDocument/2006/relationships/customXml" Target="../ink/ink253.xml"/><Relationship Id="rId105" Type="http://schemas.openxmlformats.org/officeDocument/2006/relationships/image" Target="../media/image246.png"/><Relationship Id="rId126" Type="http://schemas.openxmlformats.org/officeDocument/2006/relationships/customXml" Target="../ink/ink266.xml"/><Relationship Id="rId147" Type="http://schemas.openxmlformats.org/officeDocument/2006/relationships/image" Target="../media/image267.png"/><Relationship Id="rId168" Type="http://schemas.openxmlformats.org/officeDocument/2006/relationships/customXml" Target="../ink/ink287.xml"/><Relationship Id="rId8" Type="http://schemas.openxmlformats.org/officeDocument/2006/relationships/customXml" Target="../ink/ink207.xml"/><Relationship Id="rId51" Type="http://schemas.openxmlformats.org/officeDocument/2006/relationships/image" Target="../media/image219.png"/><Relationship Id="rId72" Type="http://schemas.openxmlformats.org/officeDocument/2006/relationships/customXml" Target="../ink/ink239.xml"/><Relationship Id="rId93" Type="http://schemas.openxmlformats.org/officeDocument/2006/relationships/image" Target="../media/image240.png"/><Relationship Id="rId98" Type="http://schemas.openxmlformats.org/officeDocument/2006/relationships/customXml" Target="../ink/ink252.xml"/><Relationship Id="rId121" Type="http://schemas.openxmlformats.org/officeDocument/2006/relationships/image" Target="../media/image254.png"/><Relationship Id="rId142" Type="http://schemas.openxmlformats.org/officeDocument/2006/relationships/customXml" Target="../ink/ink274.xml"/><Relationship Id="rId163" Type="http://schemas.openxmlformats.org/officeDocument/2006/relationships/image" Target="../media/image275.png"/><Relationship Id="rId184" Type="http://schemas.openxmlformats.org/officeDocument/2006/relationships/customXml" Target="../ink/ink295.xml"/><Relationship Id="rId189" Type="http://schemas.openxmlformats.org/officeDocument/2006/relationships/image" Target="../media/image288.png"/><Relationship Id="rId3" Type="http://schemas.openxmlformats.org/officeDocument/2006/relationships/image" Target="../media/image47.png"/><Relationship Id="rId25" Type="http://schemas.openxmlformats.org/officeDocument/2006/relationships/image" Target="../media/image206.png"/><Relationship Id="rId46" Type="http://schemas.openxmlformats.org/officeDocument/2006/relationships/customXml" Target="../ink/ink226.xml"/><Relationship Id="rId67" Type="http://schemas.openxmlformats.org/officeDocument/2006/relationships/image" Target="../media/image227.png"/><Relationship Id="rId116" Type="http://schemas.openxmlformats.org/officeDocument/2006/relationships/customXml" Target="../ink/ink261.xml"/><Relationship Id="rId137" Type="http://schemas.openxmlformats.org/officeDocument/2006/relationships/image" Target="../media/image262.png"/><Relationship Id="rId158" Type="http://schemas.openxmlformats.org/officeDocument/2006/relationships/customXml" Target="../ink/ink282.xml"/><Relationship Id="rId20" Type="http://schemas.openxmlformats.org/officeDocument/2006/relationships/customXml" Target="../ink/ink213.xml"/><Relationship Id="rId41" Type="http://schemas.openxmlformats.org/officeDocument/2006/relationships/image" Target="../media/image214.png"/><Relationship Id="rId62" Type="http://schemas.openxmlformats.org/officeDocument/2006/relationships/customXml" Target="../ink/ink234.xml"/><Relationship Id="rId83" Type="http://schemas.openxmlformats.org/officeDocument/2006/relationships/image" Target="../media/image235.png"/><Relationship Id="rId88" Type="http://schemas.openxmlformats.org/officeDocument/2006/relationships/customXml" Target="../ink/ink247.xml"/><Relationship Id="rId111" Type="http://schemas.openxmlformats.org/officeDocument/2006/relationships/image" Target="../media/image249.png"/><Relationship Id="rId132" Type="http://schemas.openxmlformats.org/officeDocument/2006/relationships/customXml" Target="../ink/ink269.xml"/><Relationship Id="rId153" Type="http://schemas.openxmlformats.org/officeDocument/2006/relationships/image" Target="../media/image270.png"/><Relationship Id="rId174" Type="http://schemas.openxmlformats.org/officeDocument/2006/relationships/customXml" Target="../ink/ink290.xml"/><Relationship Id="rId179" Type="http://schemas.openxmlformats.org/officeDocument/2006/relationships/image" Target="../media/image283.png"/><Relationship Id="rId195" Type="http://schemas.openxmlformats.org/officeDocument/2006/relationships/image" Target="../media/image291.png"/><Relationship Id="rId190" Type="http://schemas.openxmlformats.org/officeDocument/2006/relationships/customXml" Target="../ink/ink298.xml"/><Relationship Id="rId204" Type="http://schemas.openxmlformats.org/officeDocument/2006/relationships/customXml" Target="../ink/ink305.xml"/><Relationship Id="rId15" Type="http://schemas.openxmlformats.org/officeDocument/2006/relationships/image" Target="../media/image201.png"/><Relationship Id="rId36" Type="http://schemas.openxmlformats.org/officeDocument/2006/relationships/customXml" Target="../ink/ink221.xml"/><Relationship Id="rId57" Type="http://schemas.openxmlformats.org/officeDocument/2006/relationships/image" Target="../media/image222.png"/><Relationship Id="rId106" Type="http://schemas.openxmlformats.org/officeDocument/2006/relationships/customXml" Target="../ink/ink256.xml"/><Relationship Id="rId127" Type="http://schemas.openxmlformats.org/officeDocument/2006/relationships/image" Target="../media/image257.png"/><Relationship Id="rId10" Type="http://schemas.openxmlformats.org/officeDocument/2006/relationships/customXml" Target="../ink/ink208.xml"/><Relationship Id="rId31" Type="http://schemas.openxmlformats.org/officeDocument/2006/relationships/image" Target="../media/image209.png"/><Relationship Id="rId52" Type="http://schemas.openxmlformats.org/officeDocument/2006/relationships/customXml" Target="../ink/ink229.xml"/><Relationship Id="rId73" Type="http://schemas.openxmlformats.org/officeDocument/2006/relationships/image" Target="../media/image230.png"/><Relationship Id="rId78" Type="http://schemas.openxmlformats.org/officeDocument/2006/relationships/customXml" Target="../ink/ink242.xml"/><Relationship Id="rId94" Type="http://schemas.openxmlformats.org/officeDocument/2006/relationships/customXml" Target="../ink/ink250.xml"/><Relationship Id="rId99" Type="http://schemas.openxmlformats.org/officeDocument/2006/relationships/image" Target="../media/image243.png"/><Relationship Id="rId101" Type="http://schemas.openxmlformats.org/officeDocument/2006/relationships/image" Target="../media/image244.png"/><Relationship Id="rId122" Type="http://schemas.openxmlformats.org/officeDocument/2006/relationships/customXml" Target="../ink/ink264.xml"/><Relationship Id="rId143" Type="http://schemas.openxmlformats.org/officeDocument/2006/relationships/image" Target="../media/image265.png"/><Relationship Id="rId148" Type="http://schemas.openxmlformats.org/officeDocument/2006/relationships/customXml" Target="../ink/ink277.xml"/><Relationship Id="rId164" Type="http://schemas.openxmlformats.org/officeDocument/2006/relationships/customXml" Target="../ink/ink285.xml"/><Relationship Id="rId169" Type="http://schemas.openxmlformats.org/officeDocument/2006/relationships/image" Target="../media/image278.png"/><Relationship Id="rId185" Type="http://schemas.openxmlformats.org/officeDocument/2006/relationships/image" Target="../media/image286.png"/><Relationship Id="rId4" Type="http://schemas.openxmlformats.org/officeDocument/2006/relationships/customXml" Target="../ink/ink205.xml"/><Relationship Id="rId9" Type="http://schemas.openxmlformats.org/officeDocument/2006/relationships/image" Target="../media/image198.png"/><Relationship Id="rId180" Type="http://schemas.openxmlformats.org/officeDocument/2006/relationships/customXml" Target="../ink/ink293.xml"/><Relationship Id="rId26" Type="http://schemas.openxmlformats.org/officeDocument/2006/relationships/customXml" Target="../ink/ink216.xml"/><Relationship Id="rId47" Type="http://schemas.openxmlformats.org/officeDocument/2006/relationships/image" Target="../media/image217.png"/><Relationship Id="rId68" Type="http://schemas.openxmlformats.org/officeDocument/2006/relationships/customXml" Target="../ink/ink237.xml"/><Relationship Id="rId89" Type="http://schemas.openxmlformats.org/officeDocument/2006/relationships/image" Target="../media/image238.png"/><Relationship Id="rId112" Type="http://schemas.openxmlformats.org/officeDocument/2006/relationships/customXml" Target="../ink/ink259.xml"/><Relationship Id="rId133" Type="http://schemas.openxmlformats.org/officeDocument/2006/relationships/image" Target="../media/image260.png"/><Relationship Id="rId154" Type="http://schemas.openxmlformats.org/officeDocument/2006/relationships/customXml" Target="../ink/ink280.xml"/><Relationship Id="rId175" Type="http://schemas.openxmlformats.org/officeDocument/2006/relationships/image" Target="../media/image281.png"/><Relationship Id="rId196" Type="http://schemas.openxmlformats.org/officeDocument/2006/relationships/customXml" Target="../ink/ink301.xml"/><Relationship Id="rId200" Type="http://schemas.openxmlformats.org/officeDocument/2006/relationships/customXml" Target="../ink/ink303.xml"/><Relationship Id="rId16" Type="http://schemas.openxmlformats.org/officeDocument/2006/relationships/customXml" Target="../ink/ink211.xml"/><Relationship Id="rId37" Type="http://schemas.openxmlformats.org/officeDocument/2006/relationships/image" Target="../media/image212.png"/><Relationship Id="rId58" Type="http://schemas.openxmlformats.org/officeDocument/2006/relationships/customXml" Target="../ink/ink232.xml"/><Relationship Id="rId79" Type="http://schemas.openxmlformats.org/officeDocument/2006/relationships/image" Target="../media/image233.png"/><Relationship Id="rId102" Type="http://schemas.openxmlformats.org/officeDocument/2006/relationships/customXml" Target="../ink/ink254.xml"/><Relationship Id="rId123" Type="http://schemas.openxmlformats.org/officeDocument/2006/relationships/image" Target="../media/image255.png"/><Relationship Id="rId144" Type="http://schemas.openxmlformats.org/officeDocument/2006/relationships/customXml" Target="../ink/ink275.xml"/><Relationship Id="rId90" Type="http://schemas.openxmlformats.org/officeDocument/2006/relationships/customXml" Target="../ink/ink248.xml"/><Relationship Id="rId165" Type="http://schemas.openxmlformats.org/officeDocument/2006/relationships/image" Target="../media/image276.png"/><Relationship Id="rId186" Type="http://schemas.openxmlformats.org/officeDocument/2006/relationships/customXml" Target="../ink/ink296.xml"/><Relationship Id="rId27" Type="http://schemas.openxmlformats.org/officeDocument/2006/relationships/image" Target="../media/image207.png"/><Relationship Id="rId48" Type="http://schemas.openxmlformats.org/officeDocument/2006/relationships/customXml" Target="../ink/ink227.xml"/><Relationship Id="rId69" Type="http://schemas.openxmlformats.org/officeDocument/2006/relationships/image" Target="../media/image228.png"/><Relationship Id="rId113" Type="http://schemas.openxmlformats.org/officeDocument/2006/relationships/image" Target="../media/image250.png"/><Relationship Id="rId134" Type="http://schemas.openxmlformats.org/officeDocument/2006/relationships/customXml" Target="../ink/ink270.xml"/><Relationship Id="rId80" Type="http://schemas.openxmlformats.org/officeDocument/2006/relationships/customXml" Target="../ink/ink243.xml"/><Relationship Id="rId155" Type="http://schemas.openxmlformats.org/officeDocument/2006/relationships/image" Target="../media/image271.png"/><Relationship Id="rId176" Type="http://schemas.openxmlformats.org/officeDocument/2006/relationships/customXml" Target="../ink/ink291.xml"/><Relationship Id="rId197" Type="http://schemas.openxmlformats.org/officeDocument/2006/relationships/image" Target="../media/image292.png"/><Relationship Id="rId201" Type="http://schemas.openxmlformats.org/officeDocument/2006/relationships/image" Target="../media/image294.png"/><Relationship Id="rId17" Type="http://schemas.openxmlformats.org/officeDocument/2006/relationships/image" Target="../media/image202.png"/><Relationship Id="rId38" Type="http://schemas.openxmlformats.org/officeDocument/2006/relationships/customXml" Target="../ink/ink222.xml"/><Relationship Id="rId59" Type="http://schemas.openxmlformats.org/officeDocument/2006/relationships/image" Target="../media/image223.png"/><Relationship Id="rId103" Type="http://schemas.openxmlformats.org/officeDocument/2006/relationships/image" Target="../media/image245.png"/><Relationship Id="rId124" Type="http://schemas.openxmlformats.org/officeDocument/2006/relationships/customXml" Target="../ink/ink265.xml"/><Relationship Id="rId70" Type="http://schemas.openxmlformats.org/officeDocument/2006/relationships/customXml" Target="../ink/ink238.xml"/><Relationship Id="rId91" Type="http://schemas.openxmlformats.org/officeDocument/2006/relationships/image" Target="../media/image239.png"/><Relationship Id="rId145" Type="http://schemas.openxmlformats.org/officeDocument/2006/relationships/image" Target="../media/image266.png"/><Relationship Id="rId166" Type="http://schemas.openxmlformats.org/officeDocument/2006/relationships/customXml" Target="../ink/ink286.xml"/><Relationship Id="rId187" Type="http://schemas.openxmlformats.org/officeDocument/2006/relationships/image" Target="../media/image287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217.xml"/><Relationship Id="rId49" Type="http://schemas.openxmlformats.org/officeDocument/2006/relationships/image" Target="../media/image218.png"/><Relationship Id="rId114" Type="http://schemas.openxmlformats.org/officeDocument/2006/relationships/customXml" Target="../ink/ink260.xml"/><Relationship Id="rId60" Type="http://schemas.openxmlformats.org/officeDocument/2006/relationships/customXml" Target="../ink/ink233.xml"/><Relationship Id="rId81" Type="http://schemas.openxmlformats.org/officeDocument/2006/relationships/image" Target="../media/image234.png"/><Relationship Id="rId135" Type="http://schemas.openxmlformats.org/officeDocument/2006/relationships/image" Target="../media/image261.png"/><Relationship Id="rId156" Type="http://schemas.openxmlformats.org/officeDocument/2006/relationships/customXml" Target="../ink/ink281.xml"/><Relationship Id="rId177" Type="http://schemas.openxmlformats.org/officeDocument/2006/relationships/image" Target="../media/image282.png"/><Relationship Id="rId198" Type="http://schemas.openxmlformats.org/officeDocument/2006/relationships/customXml" Target="../ink/ink302.xml"/><Relationship Id="rId202" Type="http://schemas.openxmlformats.org/officeDocument/2006/relationships/customXml" Target="../ink/ink304.xml"/><Relationship Id="rId18" Type="http://schemas.openxmlformats.org/officeDocument/2006/relationships/customXml" Target="../ink/ink212.xml"/><Relationship Id="rId39" Type="http://schemas.openxmlformats.org/officeDocument/2006/relationships/image" Target="../media/image213.png"/><Relationship Id="rId50" Type="http://schemas.openxmlformats.org/officeDocument/2006/relationships/customXml" Target="../ink/ink228.xml"/><Relationship Id="rId104" Type="http://schemas.openxmlformats.org/officeDocument/2006/relationships/customXml" Target="../ink/ink255.xml"/><Relationship Id="rId125" Type="http://schemas.openxmlformats.org/officeDocument/2006/relationships/image" Target="../media/image256.png"/><Relationship Id="rId146" Type="http://schemas.openxmlformats.org/officeDocument/2006/relationships/customXml" Target="../ink/ink276.xml"/><Relationship Id="rId167" Type="http://schemas.openxmlformats.org/officeDocument/2006/relationships/image" Target="../media/image277.png"/><Relationship Id="rId188" Type="http://schemas.openxmlformats.org/officeDocument/2006/relationships/customXml" Target="../ink/ink297.xml"/><Relationship Id="rId71" Type="http://schemas.openxmlformats.org/officeDocument/2006/relationships/image" Target="../media/image229.png"/><Relationship Id="rId92" Type="http://schemas.openxmlformats.org/officeDocument/2006/relationships/customXml" Target="../ink/ink249.xml"/><Relationship Id="rId2" Type="http://schemas.openxmlformats.org/officeDocument/2006/relationships/customXml" Target="../ink/ink204.xml"/><Relationship Id="rId29" Type="http://schemas.openxmlformats.org/officeDocument/2006/relationships/image" Target="../media/image208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19.xml"/><Relationship Id="rId117" Type="http://schemas.openxmlformats.org/officeDocument/2006/relationships/image" Target="../media/image355.png"/><Relationship Id="rId21" Type="http://schemas.openxmlformats.org/officeDocument/2006/relationships/image" Target="../media/image307.png"/><Relationship Id="rId42" Type="http://schemas.openxmlformats.org/officeDocument/2006/relationships/customXml" Target="../ink/ink327.xml"/><Relationship Id="rId47" Type="http://schemas.openxmlformats.org/officeDocument/2006/relationships/image" Target="../media/image320.png"/><Relationship Id="rId63" Type="http://schemas.openxmlformats.org/officeDocument/2006/relationships/image" Target="../media/image328.png"/><Relationship Id="rId68" Type="http://schemas.openxmlformats.org/officeDocument/2006/relationships/customXml" Target="../ink/ink340.xml"/><Relationship Id="rId84" Type="http://schemas.openxmlformats.org/officeDocument/2006/relationships/customXml" Target="../ink/ink348.xml"/><Relationship Id="rId89" Type="http://schemas.openxmlformats.org/officeDocument/2006/relationships/image" Target="../media/image341.png"/><Relationship Id="rId112" Type="http://schemas.openxmlformats.org/officeDocument/2006/relationships/customXml" Target="../ink/ink362.xml"/><Relationship Id="rId16" Type="http://schemas.openxmlformats.org/officeDocument/2006/relationships/customXml" Target="../ink/ink314.xml"/><Relationship Id="rId107" Type="http://schemas.openxmlformats.org/officeDocument/2006/relationships/image" Target="../media/image350.png"/><Relationship Id="rId11" Type="http://schemas.openxmlformats.org/officeDocument/2006/relationships/image" Target="../media/image302.png"/><Relationship Id="rId32" Type="http://schemas.openxmlformats.org/officeDocument/2006/relationships/customXml" Target="../ink/ink322.xml"/><Relationship Id="rId37" Type="http://schemas.openxmlformats.org/officeDocument/2006/relationships/image" Target="../media/image315.png"/><Relationship Id="rId53" Type="http://schemas.openxmlformats.org/officeDocument/2006/relationships/image" Target="../media/image323.png"/><Relationship Id="rId58" Type="http://schemas.openxmlformats.org/officeDocument/2006/relationships/customXml" Target="../ink/ink335.xml"/><Relationship Id="rId74" Type="http://schemas.openxmlformats.org/officeDocument/2006/relationships/customXml" Target="../ink/ink343.xml"/><Relationship Id="rId79" Type="http://schemas.openxmlformats.org/officeDocument/2006/relationships/image" Target="../media/image336.png"/><Relationship Id="rId102" Type="http://schemas.openxmlformats.org/officeDocument/2006/relationships/customXml" Target="../ink/ink357.xml"/><Relationship Id="rId5" Type="http://schemas.openxmlformats.org/officeDocument/2006/relationships/image" Target="../media/image299.png"/><Relationship Id="rId90" Type="http://schemas.openxmlformats.org/officeDocument/2006/relationships/customXml" Target="../ink/ink351.xml"/><Relationship Id="rId95" Type="http://schemas.openxmlformats.org/officeDocument/2006/relationships/image" Target="../media/image344.png"/><Relationship Id="rId22" Type="http://schemas.openxmlformats.org/officeDocument/2006/relationships/customXml" Target="../ink/ink317.xml"/><Relationship Id="rId27" Type="http://schemas.openxmlformats.org/officeDocument/2006/relationships/image" Target="../media/image310.png"/><Relationship Id="rId43" Type="http://schemas.openxmlformats.org/officeDocument/2006/relationships/image" Target="../media/image318.png"/><Relationship Id="rId48" Type="http://schemas.openxmlformats.org/officeDocument/2006/relationships/customXml" Target="../ink/ink330.xml"/><Relationship Id="rId64" Type="http://schemas.openxmlformats.org/officeDocument/2006/relationships/customXml" Target="../ink/ink338.xml"/><Relationship Id="rId69" Type="http://schemas.openxmlformats.org/officeDocument/2006/relationships/image" Target="../media/image331.png"/><Relationship Id="rId113" Type="http://schemas.openxmlformats.org/officeDocument/2006/relationships/image" Target="../media/image353.png"/><Relationship Id="rId80" Type="http://schemas.openxmlformats.org/officeDocument/2006/relationships/customXml" Target="../ink/ink346.xml"/><Relationship Id="rId85" Type="http://schemas.openxmlformats.org/officeDocument/2006/relationships/image" Target="../media/image339.png"/><Relationship Id="rId12" Type="http://schemas.openxmlformats.org/officeDocument/2006/relationships/customXml" Target="../ink/ink312.xml"/><Relationship Id="rId17" Type="http://schemas.openxmlformats.org/officeDocument/2006/relationships/image" Target="../media/image305.png"/><Relationship Id="rId33" Type="http://schemas.openxmlformats.org/officeDocument/2006/relationships/image" Target="../media/image313.png"/><Relationship Id="rId38" Type="http://schemas.openxmlformats.org/officeDocument/2006/relationships/customXml" Target="../ink/ink325.xml"/><Relationship Id="rId59" Type="http://schemas.openxmlformats.org/officeDocument/2006/relationships/image" Target="../media/image326.png"/><Relationship Id="rId103" Type="http://schemas.openxmlformats.org/officeDocument/2006/relationships/image" Target="../media/image348.png"/><Relationship Id="rId108" Type="http://schemas.openxmlformats.org/officeDocument/2006/relationships/customXml" Target="../ink/ink360.xml"/><Relationship Id="rId54" Type="http://schemas.openxmlformats.org/officeDocument/2006/relationships/customXml" Target="../ink/ink333.xml"/><Relationship Id="rId70" Type="http://schemas.openxmlformats.org/officeDocument/2006/relationships/customXml" Target="../ink/ink341.xml"/><Relationship Id="rId75" Type="http://schemas.openxmlformats.org/officeDocument/2006/relationships/image" Target="../media/image334.png"/><Relationship Id="rId91" Type="http://schemas.openxmlformats.org/officeDocument/2006/relationships/image" Target="../media/image342.png"/><Relationship Id="rId96" Type="http://schemas.openxmlformats.org/officeDocument/2006/relationships/customXml" Target="../ink/ink35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9.xml"/><Relationship Id="rId23" Type="http://schemas.openxmlformats.org/officeDocument/2006/relationships/image" Target="../media/image308.png"/><Relationship Id="rId28" Type="http://schemas.openxmlformats.org/officeDocument/2006/relationships/customXml" Target="../ink/ink320.xml"/><Relationship Id="rId49" Type="http://schemas.openxmlformats.org/officeDocument/2006/relationships/image" Target="../media/image321.png"/><Relationship Id="rId114" Type="http://schemas.openxmlformats.org/officeDocument/2006/relationships/customXml" Target="../ink/ink363.xml"/><Relationship Id="rId10" Type="http://schemas.openxmlformats.org/officeDocument/2006/relationships/customXml" Target="../ink/ink311.xml"/><Relationship Id="rId31" Type="http://schemas.openxmlformats.org/officeDocument/2006/relationships/image" Target="../media/image312.png"/><Relationship Id="rId44" Type="http://schemas.openxmlformats.org/officeDocument/2006/relationships/customXml" Target="../ink/ink328.xml"/><Relationship Id="rId52" Type="http://schemas.openxmlformats.org/officeDocument/2006/relationships/customXml" Target="../ink/ink332.xml"/><Relationship Id="rId60" Type="http://schemas.openxmlformats.org/officeDocument/2006/relationships/customXml" Target="../ink/ink336.xml"/><Relationship Id="rId65" Type="http://schemas.openxmlformats.org/officeDocument/2006/relationships/image" Target="../media/image329.png"/><Relationship Id="rId73" Type="http://schemas.openxmlformats.org/officeDocument/2006/relationships/image" Target="../media/image333.png"/><Relationship Id="rId78" Type="http://schemas.openxmlformats.org/officeDocument/2006/relationships/customXml" Target="../ink/ink345.xml"/><Relationship Id="rId81" Type="http://schemas.openxmlformats.org/officeDocument/2006/relationships/image" Target="../media/image337.png"/><Relationship Id="rId86" Type="http://schemas.openxmlformats.org/officeDocument/2006/relationships/customXml" Target="../ink/ink349.xml"/><Relationship Id="rId94" Type="http://schemas.openxmlformats.org/officeDocument/2006/relationships/customXml" Target="../ink/ink353.xml"/><Relationship Id="rId99" Type="http://schemas.openxmlformats.org/officeDocument/2006/relationships/image" Target="../media/image346.png"/><Relationship Id="rId101" Type="http://schemas.openxmlformats.org/officeDocument/2006/relationships/image" Target="../media/image347.png"/><Relationship Id="rId4" Type="http://schemas.openxmlformats.org/officeDocument/2006/relationships/customXml" Target="../ink/ink308.xml"/><Relationship Id="rId9" Type="http://schemas.openxmlformats.org/officeDocument/2006/relationships/image" Target="../media/image301.png"/><Relationship Id="rId13" Type="http://schemas.openxmlformats.org/officeDocument/2006/relationships/image" Target="../media/image303.png"/><Relationship Id="rId18" Type="http://schemas.openxmlformats.org/officeDocument/2006/relationships/customXml" Target="../ink/ink315.xml"/><Relationship Id="rId39" Type="http://schemas.openxmlformats.org/officeDocument/2006/relationships/image" Target="../media/image316.png"/><Relationship Id="rId109" Type="http://schemas.openxmlformats.org/officeDocument/2006/relationships/image" Target="../media/image351.png"/><Relationship Id="rId34" Type="http://schemas.openxmlformats.org/officeDocument/2006/relationships/customXml" Target="../ink/ink323.xml"/><Relationship Id="rId50" Type="http://schemas.openxmlformats.org/officeDocument/2006/relationships/customXml" Target="../ink/ink331.xml"/><Relationship Id="rId55" Type="http://schemas.openxmlformats.org/officeDocument/2006/relationships/image" Target="../media/image324.png"/><Relationship Id="rId76" Type="http://schemas.openxmlformats.org/officeDocument/2006/relationships/customXml" Target="../ink/ink344.xml"/><Relationship Id="rId97" Type="http://schemas.openxmlformats.org/officeDocument/2006/relationships/image" Target="../media/image345.png"/><Relationship Id="rId104" Type="http://schemas.openxmlformats.org/officeDocument/2006/relationships/customXml" Target="../ink/ink358.xml"/><Relationship Id="rId7" Type="http://schemas.openxmlformats.org/officeDocument/2006/relationships/image" Target="../media/image300.png"/><Relationship Id="rId71" Type="http://schemas.openxmlformats.org/officeDocument/2006/relationships/image" Target="../media/image332.png"/><Relationship Id="rId92" Type="http://schemas.openxmlformats.org/officeDocument/2006/relationships/customXml" Target="../ink/ink352.xml"/><Relationship Id="rId2" Type="http://schemas.openxmlformats.org/officeDocument/2006/relationships/customXml" Target="../ink/ink307.xml"/><Relationship Id="rId29" Type="http://schemas.openxmlformats.org/officeDocument/2006/relationships/image" Target="../media/image311.png"/><Relationship Id="rId24" Type="http://schemas.openxmlformats.org/officeDocument/2006/relationships/customXml" Target="../ink/ink318.xml"/><Relationship Id="rId40" Type="http://schemas.openxmlformats.org/officeDocument/2006/relationships/customXml" Target="../ink/ink326.xml"/><Relationship Id="rId45" Type="http://schemas.openxmlformats.org/officeDocument/2006/relationships/image" Target="../media/image319.png"/><Relationship Id="rId66" Type="http://schemas.openxmlformats.org/officeDocument/2006/relationships/customXml" Target="../ink/ink339.xml"/><Relationship Id="rId87" Type="http://schemas.openxmlformats.org/officeDocument/2006/relationships/image" Target="../media/image340.png"/><Relationship Id="rId110" Type="http://schemas.openxmlformats.org/officeDocument/2006/relationships/customXml" Target="../ink/ink361.xml"/><Relationship Id="rId115" Type="http://schemas.openxmlformats.org/officeDocument/2006/relationships/image" Target="../media/image354.png"/><Relationship Id="rId61" Type="http://schemas.openxmlformats.org/officeDocument/2006/relationships/image" Target="../media/image327.png"/><Relationship Id="rId82" Type="http://schemas.openxmlformats.org/officeDocument/2006/relationships/customXml" Target="../ink/ink347.xml"/><Relationship Id="rId19" Type="http://schemas.openxmlformats.org/officeDocument/2006/relationships/image" Target="../media/image306.png"/><Relationship Id="rId14" Type="http://schemas.openxmlformats.org/officeDocument/2006/relationships/customXml" Target="../ink/ink313.xml"/><Relationship Id="rId30" Type="http://schemas.openxmlformats.org/officeDocument/2006/relationships/customXml" Target="../ink/ink321.xml"/><Relationship Id="rId35" Type="http://schemas.openxmlformats.org/officeDocument/2006/relationships/image" Target="../media/image314.png"/><Relationship Id="rId56" Type="http://schemas.openxmlformats.org/officeDocument/2006/relationships/customXml" Target="../ink/ink334.xml"/><Relationship Id="rId77" Type="http://schemas.openxmlformats.org/officeDocument/2006/relationships/image" Target="../media/image335.png"/><Relationship Id="rId100" Type="http://schemas.openxmlformats.org/officeDocument/2006/relationships/customXml" Target="../ink/ink356.xml"/><Relationship Id="rId105" Type="http://schemas.openxmlformats.org/officeDocument/2006/relationships/image" Target="../media/image349.png"/><Relationship Id="rId8" Type="http://schemas.openxmlformats.org/officeDocument/2006/relationships/customXml" Target="../ink/ink310.xml"/><Relationship Id="rId51" Type="http://schemas.openxmlformats.org/officeDocument/2006/relationships/image" Target="../media/image322.png"/><Relationship Id="rId72" Type="http://schemas.openxmlformats.org/officeDocument/2006/relationships/customXml" Target="../ink/ink342.xml"/><Relationship Id="rId93" Type="http://schemas.openxmlformats.org/officeDocument/2006/relationships/image" Target="../media/image343.png"/><Relationship Id="rId98" Type="http://schemas.openxmlformats.org/officeDocument/2006/relationships/customXml" Target="../ink/ink355.xml"/><Relationship Id="rId3" Type="http://schemas.openxmlformats.org/officeDocument/2006/relationships/image" Target="../media/image298.png"/><Relationship Id="rId25" Type="http://schemas.openxmlformats.org/officeDocument/2006/relationships/image" Target="../media/image309.png"/><Relationship Id="rId46" Type="http://schemas.openxmlformats.org/officeDocument/2006/relationships/customXml" Target="../ink/ink329.xml"/><Relationship Id="rId67" Type="http://schemas.openxmlformats.org/officeDocument/2006/relationships/image" Target="../media/image330.png"/><Relationship Id="rId116" Type="http://schemas.openxmlformats.org/officeDocument/2006/relationships/customXml" Target="../ink/ink364.xml"/><Relationship Id="rId20" Type="http://schemas.openxmlformats.org/officeDocument/2006/relationships/customXml" Target="../ink/ink316.xml"/><Relationship Id="rId41" Type="http://schemas.openxmlformats.org/officeDocument/2006/relationships/image" Target="../media/image317.png"/><Relationship Id="rId62" Type="http://schemas.openxmlformats.org/officeDocument/2006/relationships/customXml" Target="../ink/ink337.xml"/><Relationship Id="rId83" Type="http://schemas.openxmlformats.org/officeDocument/2006/relationships/image" Target="../media/image338.png"/><Relationship Id="rId88" Type="http://schemas.openxmlformats.org/officeDocument/2006/relationships/customXml" Target="../ink/ink350.xml"/><Relationship Id="rId111" Type="http://schemas.openxmlformats.org/officeDocument/2006/relationships/image" Target="../media/image352.png"/><Relationship Id="rId15" Type="http://schemas.openxmlformats.org/officeDocument/2006/relationships/image" Target="../media/image304.png"/><Relationship Id="rId36" Type="http://schemas.openxmlformats.org/officeDocument/2006/relationships/customXml" Target="../ink/ink324.xml"/><Relationship Id="rId57" Type="http://schemas.openxmlformats.org/officeDocument/2006/relationships/image" Target="../media/image325.png"/><Relationship Id="rId106" Type="http://schemas.openxmlformats.org/officeDocument/2006/relationships/customXml" Target="../ink/ink3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5CB98AC-FB1D-4EE5-EF3B-22B9B6E4F45B}"/>
                  </a:ext>
                </a:extLst>
              </p14:cNvPr>
              <p14:cNvContentPartPr/>
              <p14:nvPr/>
            </p14:nvContentPartPr>
            <p14:xfrm>
              <a:off x="1276200" y="610832"/>
              <a:ext cx="192240" cy="260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5CB98AC-FB1D-4EE5-EF3B-22B9B6E4F4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0080" y="604712"/>
                <a:ext cx="20448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1C9EA48-453B-E6A4-5741-9A5CA9DC52D6}"/>
                  </a:ext>
                </a:extLst>
              </p14:cNvPr>
              <p14:cNvContentPartPr/>
              <p14:nvPr/>
            </p14:nvContentPartPr>
            <p14:xfrm>
              <a:off x="1217520" y="554312"/>
              <a:ext cx="410760" cy="408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1C9EA48-453B-E6A4-5741-9A5CA9DC52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1400" y="548192"/>
                <a:ext cx="423000" cy="4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A67A0F9-509D-D55B-1D5C-2DAD79706FDB}"/>
                  </a:ext>
                </a:extLst>
              </p14:cNvPr>
              <p14:cNvContentPartPr/>
              <p14:nvPr/>
            </p14:nvContentPartPr>
            <p14:xfrm>
              <a:off x="2318760" y="414272"/>
              <a:ext cx="801000" cy="645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A67A0F9-509D-D55B-1D5C-2DAD79706FD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12640" y="408152"/>
                <a:ext cx="813240" cy="65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66BE40D-3D45-4901-5508-9F5FCC18BDD9}"/>
                  </a:ext>
                </a:extLst>
              </p14:cNvPr>
              <p14:cNvContentPartPr/>
              <p14:nvPr/>
            </p14:nvContentPartPr>
            <p14:xfrm>
              <a:off x="3764880" y="307712"/>
              <a:ext cx="1277280" cy="8395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66BE40D-3D45-4901-5508-9F5FCC18BDD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58760" y="301592"/>
                <a:ext cx="1289520" cy="85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C9DFACCA-2CAB-381F-F507-A3F82152EEF8}"/>
                  </a:ext>
                </a:extLst>
              </p14:cNvPr>
              <p14:cNvContentPartPr/>
              <p14:nvPr/>
            </p14:nvContentPartPr>
            <p14:xfrm>
              <a:off x="5567400" y="244352"/>
              <a:ext cx="1306440" cy="101844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C9DFACCA-2CAB-381F-F507-A3F82152EEF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61280" y="238232"/>
                <a:ext cx="1318680" cy="103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5" name="Group 174">
            <a:extLst>
              <a:ext uri="{FF2B5EF4-FFF2-40B4-BE49-F238E27FC236}">
                <a16:creationId xmlns:a16="http://schemas.microsoft.com/office/drawing/2014/main" id="{C6D686C6-157F-3FAA-1978-EBA7902C4615}"/>
              </a:ext>
            </a:extLst>
          </p:cNvPr>
          <p:cNvGrpSpPr/>
          <p:nvPr/>
        </p:nvGrpSpPr>
        <p:grpSpPr>
          <a:xfrm>
            <a:off x="5783040" y="394832"/>
            <a:ext cx="905760" cy="2308680"/>
            <a:chOff x="5783040" y="394832"/>
            <a:chExt cx="905760" cy="230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E81BDB5-1A61-0684-EB42-1264526331AA}"/>
                    </a:ext>
                  </a:extLst>
                </p14:cNvPr>
                <p14:cNvContentPartPr/>
                <p14:nvPr/>
              </p14:nvContentPartPr>
              <p14:xfrm>
                <a:off x="5929560" y="1910072"/>
                <a:ext cx="52560" cy="4492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E81BDB5-1A61-0684-EB42-1264526331A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23440" y="1903952"/>
                  <a:ext cx="6480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0CE8E5A-B5A1-63E4-4063-47A66B438C6C}"/>
                    </a:ext>
                  </a:extLst>
                </p14:cNvPr>
                <p14:cNvContentPartPr/>
                <p14:nvPr/>
              </p14:nvContentPartPr>
              <p14:xfrm>
                <a:off x="5919840" y="1961192"/>
                <a:ext cx="414000" cy="7423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0CE8E5A-B5A1-63E4-4063-47A66B438C6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13720" y="1955072"/>
                  <a:ext cx="426240" cy="75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602085E-080D-E9FC-8915-B94C644E2EFB}"/>
                    </a:ext>
                  </a:extLst>
                </p14:cNvPr>
                <p14:cNvContentPartPr/>
                <p14:nvPr/>
              </p14:nvContentPartPr>
              <p14:xfrm>
                <a:off x="6262920" y="2349992"/>
                <a:ext cx="425880" cy="3531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602085E-080D-E9FC-8915-B94C644E2EF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56800" y="2343872"/>
                  <a:ext cx="4381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E3D9C26-825D-E804-15F4-664AD5931900}"/>
                    </a:ext>
                  </a:extLst>
                </p14:cNvPr>
                <p14:cNvContentPartPr/>
                <p14:nvPr/>
              </p14:nvContentPartPr>
              <p14:xfrm>
                <a:off x="5846400" y="1311032"/>
                <a:ext cx="599040" cy="1346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E3D9C26-825D-E804-15F4-664AD593190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40280" y="1304912"/>
                  <a:ext cx="6112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FAADA0F-87B7-6587-7617-1E7806173E87}"/>
                    </a:ext>
                  </a:extLst>
                </p14:cNvPr>
                <p14:cNvContentPartPr/>
                <p14:nvPr/>
              </p14:nvContentPartPr>
              <p14:xfrm>
                <a:off x="6148800" y="1432352"/>
                <a:ext cx="37440" cy="4075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FAADA0F-87B7-6587-7617-1E7806173E8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42680" y="1426232"/>
                  <a:ext cx="4968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57ADF89-B34C-C4E2-5134-6AEC2242E662}"/>
                    </a:ext>
                  </a:extLst>
                </p14:cNvPr>
                <p14:cNvContentPartPr/>
                <p14:nvPr/>
              </p14:nvContentPartPr>
              <p14:xfrm>
                <a:off x="5917680" y="468272"/>
                <a:ext cx="61200" cy="3117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57ADF89-B34C-C4E2-5134-6AEC2242E66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11560" y="462152"/>
                  <a:ext cx="734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DC00B8F-0506-8F43-D580-5DEF887FD005}"/>
                    </a:ext>
                  </a:extLst>
                </p14:cNvPr>
                <p14:cNvContentPartPr/>
                <p14:nvPr/>
              </p14:nvContentPartPr>
              <p14:xfrm>
                <a:off x="5783040" y="394832"/>
                <a:ext cx="533520" cy="7956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DC00B8F-0506-8F43-D580-5DEF887FD00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76920" y="388712"/>
                  <a:ext cx="545760" cy="80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8F6528F-8B56-5D41-D762-E4FC8081048E}"/>
                    </a:ext>
                  </a:extLst>
                </p14:cNvPr>
                <p14:cNvContentPartPr/>
                <p14:nvPr/>
              </p14:nvContentPartPr>
              <p14:xfrm>
                <a:off x="6138000" y="800192"/>
                <a:ext cx="60840" cy="2606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8F6528F-8B56-5D41-D762-E4FC8081048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131880" y="794072"/>
                  <a:ext cx="730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B0495A8-A1F3-A34F-A8EA-3AD94210A51C}"/>
                    </a:ext>
                  </a:extLst>
                </p14:cNvPr>
                <p14:cNvContentPartPr/>
                <p14:nvPr/>
              </p14:nvContentPartPr>
              <p14:xfrm>
                <a:off x="6360840" y="638912"/>
                <a:ext cx="185760" cy="4363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B0495A8-A1F3-A34F-A8EA-3AD94210A51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354720" y="632792"/>
                  <a:ext cx="198000" cy="44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D75F3D0A-D1AF-5F1B-749D-7C487FFF82B2}"/>
                  </a:ext>
                </a:extLst>
              </p14:cNvPr>
              <p14:cNvContentPartPr/>
              <p14:nvPr/>
            </p14:nvContentPartPr>
            <p14:xfrm>
              <a:off x="7436520" y="347312"/>
              <a:ext cx="1510920" cy="114264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D75F3D0A-D1AF-5F1B-749D-7C487FFF82B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430400" y="341192"/>
                <a:ext cx="1523160" cy="115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2867A240-E75F-B831-77DB-C8FB600E928D}"/>
              </a:ext>
            </a:extLst>
          </p:cNvPr>
          <p:cNvGrpSpPr/>
          <p:nvPr/>
        </p:nvGrpSpPr>
        <p:grpSpPr>
          <a:xfrm>
            <a:off x="7897320" y="1645112"/>
            <a:ext cx="691920" cy="546480"/>
            <a:chOff x="7897320" y="1645112"/>
            <a:chExt cx="691920" cy="54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6B99229-4B22-AD3E-DABB-E4E0AE95BC6D}"/>
                    </a:ext>
                  </a:extLst>
                </p14:cNvPr>
                <p14:cNvContentPartPr/>
                <p14:nvPr/>
              </p14:nvContentPartPr>
              <p14:xfrm>
                <a:off x="7897320" y="1645112"/>
                <a:ext cx="691920" cy="993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6B99229-4B22-AD3E-DABB-E4E0AE95BC6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91200" y="1638992"/>
                  <a:ext cx="7041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E17268F-EDEC-A260-A011-B03E08BC4721}"/>
                    </a:ext>
                  </a:extLst>
                </p14:cNvPr>
                <p14:cNvContentPartPr/>
                <p14:nvPr/>
              </p14:nvContentPartPr>
              <p14:xfrm>
                <a:off x="8156160" y="1700192"/>
                <a:ext cx="77760" cy="4914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E17268F-EDEC-A260-A011-B03E08BC472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150040" y="1694072"/>
                  <a:ext cx="90000" cy="50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A1C9A40F-597B-A582-F0AC-43DDB5891AE1}"/>
              </a:ext>
            </a:extLst>
          </p:cNvPr>
          <p:cNvGrpSpPr/>
          <p:nvPr/>
        </p:nvGrpSpPr>
        <p:grpSpPr>
          <a:xfrm>
            <a:off x="7881480" y="2359712"/>
            <a:ext cx="699480" cy="722880"/>
            <a:chOff x="7881480" y="2359712"/>
            <a:chExt cx="699480" cy="72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2E26FDC-138C-595F-74E7-20A9CAB6399B}"/>
                    </a:ext>
                  </a:extLst>
                </p14:cNvPr>
                <p14:cNvContentPartPr/>
                <p14:nvPr/>
              </p14:nvContentPartPr>
              <p14:xfrm>
                <a:off x="7881480" y="2417672"/>
                <a:ext cx="19080" cy="3344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2E26FDC-138C-595F-74E7-20A9CAB6399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75360" y="2411552"/>
                  <a:ext cx="3132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1EE3D4E-164A-9D51-CE89-EA280CCD8863}"/>
                    </a:ext>
                  </a:extLst>
                </p14:cNvPr>
                <p14:cNvContentPartPr/>
                <p14:nvPr/>
              </p14:nvContentPartPr>
              <p14:xfrm>
                <a:off x="7889400" y="2359712"/>
                <a:ext cx="471960" cy="6343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1EE3D4E-164A-9D51-CE89-EA280CCD886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83280" y="2353592"/>
                  <a:ext cx="484200" cy="64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68A1153-058C-1BDC-84AB-44ABD13C1627}"/>
                    </a:ext>
                  </a:extLst>
                </p14:cNvPr>
                <p14:cNvContentPartPr/>
                <p14:nvPr/>
              </p14:nvContentPartPr>
              <p14:xfrm>
                <a:off x="8190720" y="2775152"/>
                <a:ext cx="390240" cy="3074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68A1153-058C-1BDC-84AB-44ABD13C162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184600" y="2769032"/>
                  <a:ext cx="402480" cy="31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20791E94-6352-E2EC-8B00-98FD7B2608B4}"/>
              </a:ext>
            </a:extLst>
          </p:cNvPr>
          <p:cNvGrpSpPr/>
          <p:nvPr/>
        </p:nvGrpSpPr>
        <p:grpSpPr>
          <a:xfrm>
            <a:off x="7789320" y="543512"/>
            <a:ext cx="911880" cy="723960"/>
            <a:chOff x="7789320" y="543512"/>
            <a:chExt cx="911880" cy="72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0B6A87D-F3DC-9BC6-018D-0DDD25A3B30C}"/>
                    </a:ext>
                  </a:extLst>
                </p14:cNvPr>
                <p14:cNvContentPartPr/>
                <p14:nvPr/>
              </p14:nvContentPartPr>
              <p14:xfrm>
                <a:off x="7789320" y="597872"/>
                <a:ext cx="34560" cy="2772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0B6A87D-F3DC-9BC6-018D-0DDD25A3B30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83200" y="591752"/>
                  <a:ext cx="468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0D6E248-6A16-73E2-813C-45315993271B}"/>
                    </a:ext>
                  </a:extLst>
                </p14:cNvPr>
                <p14:cNvContentPartPr/>
                <p14:nvPr/>
              </p14:nvContentPartPr>
              <p14:xfrm>
                <a:off x="7848720" y="543512"/>
                <a:ext cx="343800" cy="6253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0D6E248-6A16-73E2-813C-45315993271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842600" y="537392"/>
                  <a:ext cx="356040" cy="63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FCA38C9-7D03-37FE-6719-875BEB4DEB90}"/>
                    </a:ext>
                  </a:extLst>
                </p14:cNvPr>
                <p14:cNvContentPartPr/>
                <p14:nvPr/>
              </p14:nvContentPartPr>
              <p14:xfrm>
                <a:off x="8076960" y="915752"/>
                <a:ext cx="145800" cy="3517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FCA38C9-7D03-37FE-6719-875BEB4DEB9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70840" y="909632"/>
                  <a:ext cx="1580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4660AC0-DC21-37B7-3D37-1EB51A536224}"/>
                    </a:ext>
                  </a:extLst>
                </p14:cNvPr>
                <p14:cNvContentPartPr/>
                <p14:nvPr/>
              </p14:nvContentPartPr>
              <p14:xfrm>
                <a:off x="8317800" y="894512"/>
                <a:ext cx="383400" cy="3337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4660AC0-DC21-37B7-3D37-1EB51A53622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311680" y="888392"/>
                  <a:ext cx="395640" cy="34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244B9D8-C085-13DF-48F3-37CB2F34953A}"/>
              </a:ext>
            </a:extLst>
          </p:cNvPr>
          <p:cNvGrpSpPr/>
          <p:nvPr/>
        </p:nvGrpSpPr>
        <p:grpSpPr>
          <a:xfrm>
            <a:off x="9590040" y="432632"/>
            <a:ext cx="1546920" cy="1308240"/>
            <a:chOff x="9590040" y="432632"/>
            <a:chExt cx="1546920" cy="130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E1DE964-BA39-A5F6-A0E6-A925EDD33BC7}"/>
                    </a:ext>
                  </a:extLst>
                </p14:cNvPr>
                <p14:cNvContentPartPr/>
                <p14:nvPr/>
              </p14:nvContentPartPr>
              <p14:xfrm>
                <a:off x="9590040" y="432632"/>
                <a:ext cx="1546920" cy="13082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E1DE964-BA39-A5F6-A0E6-A925EDD33BC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83920" y="426512"/>
                  <a:ext cx="1559160" cy="13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E256589-A056-79E8-AA29-BDDCD14284F1}"/>
                    </a:ext>
                  </a:extLst>
                </p14:cNvPr>
                <p14:cNvContentPartPr/>
                <p14:nvPr/>
              </p14:nvContentPartPr>
              <p14:xfrm>
                <a:off x="9964800" y="781112"/>
                <a:ext cx="25560" cy="2426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E256589-A056-79E8-AA29-BDDCD14284F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958680" y="774992"/>
                  <a:ext cx="378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C0545D5-40BC-70CE-DFBB-56147E7A3401}"/>
                    </a:ext>
                  </a:extLst>
                </p14:cNvPr>
                <p14:cNvContentPartPr/>
                <p14:nvPr/>
              </p14:nvContentPartPr>
              <p14:xfrm>
                <a:off x="9969120" y="766712"/>
                <a:ext cx="540360" cy="6494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C0545D5-40BC-70CE-DFBB-56147E7A340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963000" y="760592"/>
                  <a:ext cx="55260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6E89E76-69B6-27D9-9858-0D30F093ED96}"/>
                    </a:ext>
                  </a:extLst>
                </p14:cNvPr>
                <p14:cNvContentPartPr/>
                <p14:nvPr/>
              </p14:nvContentPartPr>
              <p14:xfrm>
                <a:off x="10319040" y="941672"/>
                <a:ext cx="334440" cy="5126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6E89E76-69B6-27D9-9858-0D30F093ED9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312920" y="935552"/>
                  <a:ext cx="34668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25D7549-D78E-FDFC-76B6-8D0630462518}"/>
                    </a:ext>
                  </a:extLst>
                </p14:cNvPr>
                <p14:cNvContentPartPr/>
                <p14:nvPr/>
              </p14:nvContentPartPr>
              <p14:xfrm>
                <a:off x="10608840" y="995312"/>
                <a:ext cx="234720" cy="2894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25D7549-D78E-FDFC-76B6-8D063046251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602720" y="989192"/>
                  <a:ext cx="2469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C6BBD7B-00FC-F289-3A4D-8200A3F71793}"/>
                    </a:ext>
                  </a:extLst>
                </p14:cNvPr>
                <p14:cNvContentPartPr/>
                <p14:nvPr/>
              </p14:nvContentPartPr>
              <p14:xfrm>
                <a:off x="10677240" y="1069472"/>
                <a:ext cx="151200" cy="5054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C6BBD7B-00FC-F289-3A4D-8200A3F7179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671120" y="1063352"/>
                  <a:ext cx="163440" cy="51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106846EA-498D-8D50-A219-04476CE70980}"/>
              </a:ext>
            </a:extLst>
          </p:cNvPr>
          <p:cNvGrpSpPr/>
          <p:nvPr/>
        </p:nvGrpSpPr>
        <p:grpSpPr>
          <a:xfrm>
            <a:off x="9754200" y="1881632"/>
            <a:ext cx="1047960" cy="1496880"/>
            <a:chOff x="9754200" y="1881632"/>
            <a:chExt cx="1047960" cy="149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93B2F6D-362C-4B98-C215-D3B114D5EE9C}"/>
                    </a:ext>
                  </a:extLst>
                </p14:cNvPr>
                <p14:cNvContentPartPr/>
                <p14:nvPr/>
              </p14:nvContentPartPr>
              <p14:xfrm>
                <a:off x="9754200" y="1881632"/>
                <a:ext cx="757800" cy="738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93B2F6D-362C-4B98-C215-D3B114D5EE9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748080" y="1875512"/>
                  <a:ext cx="7700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DC959A9-C57F-D5FF-5194-43899E0C5FB6}"/>
                    </a:ext>
                  </a:extLst>
                </p14:cNvPr>
                <p14:cNvContentPartPr/>
                <p14:nvPr/>
              </p14:nvContentPartPr>
              <p14:xfrm>
                <a:off x="10185120" y="1941392"/>
                <a:ext cx="19080" cy="4132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DC959A9-C57F-D5FF-5194-43899E0C5FB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179000" y="1935272"/>
                  <a:ext cx="3132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3F2BED91-17A0-DC0E-706E-917CF0E1193D}"/>
                    </a:ext>
                  </a:extLst>
                </p14:cNvPr>
                <p14:cNvContentPartPr/>
                <p14:nvPr/>
              </p14:nvContentPartPr>
              <p14:xfrm>
                <a:off x="9840600" y="2587232"/>
                <a:ext cx="27720" cy="2934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3F2BED91-17A0-DC0E-706E-917CF0E1193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34480" y="2581112"/>
                  <a:ext cx="399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09CEB5E-D93F-8808-CD35-F78DC9D9182E}"/>
                    </a:ext>
                  </a:extLst>
                </p14:cNvPr>
                <p14:cNvContentPartPr/>
                <p14:nvPr/>
              </p14:nvContentPartPr>
              <p14:xfrm>
                <a:off x="9856440" y="2528912"/>
                <a:ext cx="414360" cy="7052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09CEB5E-D93F-8808-CD35-F78DC9D9182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850320" y="2522792"/>
                  <a:ext cx="426600" cy="7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BF676A8-28DE-C03A-DDE8-54637AB65B87}"/>
                    </a:ext>
                  </a:extLst>
                </p14:cNvPr>
                <p14:cNvContentPartPr/>
                <p14:nvPr/>
              </p14:nvContentPartPr>
              <p14:xfrm>
                <a:off x="10091520" y="2842112"/>
                <a:ext cx="710640" cy="5364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BF676A8-28DE-C03A-DDE8-54637AB65B8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85400" y="2835992"/>
                  <a:ext cx="722880" cy="54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7DE52C06-A45D-5732-A2FD-B88BA0DAA292}"/>
                  </a:ext>
                </a:extLst>
              </p14:cNvPr>
              <p14:cNvContentPartPr/>
              <p14:nvPr/>
            </p14:nvContentPartPr>
            <p14:xfrm>
              <a:off x="6078240" y="3545552"/>
              <a:ext cx="1727640" cy="139140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7DE52C06-A45D-5732-A2FD-B88BA0DAA29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072120" y="3539432"/>
                <a:ext cx="1739880" cy="140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2" name="Group 241">
            <a:extLst>
              <a:ext uri="{FF2B5EF4-FFF2-40B4-BE49-F238E27FC236}">
                <a16:creationId xmlns:a16="http://schemas.microsoft.com/office/drawing/2014/main" id="{146A10A3-714D-3AC5-1013-25D2FA71799B}"/>
              </a:ext>
            </a:extLst>
          </p:cNvPr>
          <p:cNvGrpSpPr/>
          <p:nvPr/>
        </p:nvGrpSpPr>
        <p:grpSpPr>
          <a:xfrm>
            <a:off x="5436000" y="3951992"/>
            <a:ext cx="2817000" cy="1789920"/>
            <a:chOff x="5436000" y="3951992"/>
            <a:chExt cx="2817000" cy="178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9F471FF-000E-8BB7-A27F-FD2EA77D00CE}"/>
                    </a:ext>
                  </a:extLst>
                </p14:cNvPr>
                <p14:cNvContentPartPr/>
                <p14:nvPr/>
              </p14:nvContentPartPr>
              <p14:xfrm>
                <a:off x="6389280" y="3951992"/>
                <a:ext cx="390600" cy="4687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9F471FF-000E-8BB7-A27F-FD2EA77D00C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383160" y="3945872"/>
                  <a:ext cx="40284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1A67AE0-316F-A3A3-70F2-219A565748A3}"/>
                    </a:ext>
                  </a:extLst>
                </p14:cNvPr>
                <p14:cNvContentPartPr/>
                <p14:nvPr/>
              </p14:nvContentPartPr>
              <p14:xfrm>
                <a:off x="7067880" y="4006712"/>
                <a:ext cx="110160" cy="3362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1A67AE0-316F-A3A3-70F2-219A565748A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61760" y="4000592"/>
                  <a:ext cx="1224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7C53144-AAFF-E70D-0ACC-7053C572691B}"/>
                    </a:ext>
                  </a:extLst>
                </p14:cNvPr>
                <p14:cNvContentPartPr/>
                <p14:nvPr/>
              </p14:nvContentPartPr>
              <p14:xfrm>
                <a:off x="7126920" y="4029392"/>
                <a:ext cx="219240" cy="183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7C53144-AAFF-E70D-0ACC-7053C572691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120800" y="4023272"/>
                  <a:ext cx="231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2C8870E-ADEB-8C06-513B-F8E1E56EEC6D}"/>
                    </a:ext>
                  </a:extLst>
                </p14:cNvPr>
                <p14:cNvContentPartPr/>
                <p14:nvPr/>
              </p14:nvContentPartPr>
              <p14:xfrm>
                <a:off x="7070040" y="4231712"/>
                <a:ext cx="217440" cy="334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2C8870E-ADEB-8C06-513B-F8E1E56EEC6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63920" y="4225592"/>
                  <a:ext cx="2296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4B41CD1-C39B-DD2E-DD85-DF5F599FA010}"/>
                    </a:ext>
                  </a:extLst>
                </p14:cNvPr>
                <p14:cNvContentPartPr/>
                <p14:nvPr/>
              </p14:nvContentPartPr>
              <p14:xfrm>
                <a:off x="7030080" y="4340072"/>
                <a:ext cx="296640" cy="565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4B41CD1-C39B-DD2E-DD85-DF5F599FA01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023960" y="4333952"/>
                  <a:ext cx="3088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B7EE916-065E-EA44-273A-55A6EBF1802E}"/>
                    </a:ext>
                  </a:extLst>
                </p14:cNvPr>
                <p14:cNvContentPartPr/>
                <p14:nvPr/>
              </p14:nvContentPartPr>
              <p14:xfrm>
                <a:off x="6185880" y="4482632"/>
                <a:ext cx="48600" cy="1422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B7EE916-065E-EA44-273A-55A6EBF1802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179760" y="4476512"/>
                  <a:ext cx="608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C356B6D-7242-640E-20FE-5EA856D30839}"/>
                    </a:ext>
                  </a:extLst>
                </p14:cNvPr>
                <p14:cNvContentPartPr/>
                <p14:nvPr/>
              </p14:nvContentPartPr>
              <p14:xfrm>
                <a:off x="6240600" y="4451312"/>
                <a:ext cx="107280" cy="212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C356B6D-7242-640E-20FE-5EA856D3083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34480" y="4445192"/>
                  <a:ext cx="1195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F4BB04B-E15E-C7F4-D3BA-A403837C577B}"/>
                    </a:ext>
                  </a:extLst>
                </p14:cNvPr>
                <p14:cNvContentPartPr/>
                <p14:nvPr/>
              </p14:nvContentPartPr>
              <p14:xfrm>
                <a:off x="6219000" y="4540592"/>
                <a:ext cx="45360" cy="154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F4BB04B-E15E-C7F4-D3BA-A403837C577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212880" y="4534472"/>
                  <a:ext cx="576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B17093B-498F-ADCD-12CB-54104C213B12}"/>
                    </a:ext>
                  </a:extLst>
                </p14:cNvPr>
                <p14:cNvContentPartPr/>
                <p14:nvPr/>
              </p14:nvContentPartPr>
              <p14:xfrm>
                <a:off x="6300720" y="4548152"/>
                <a:ext cx="69480" cy="777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B17093B-498F-ADCD-12CB-54104C213B1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294600" y="4542032"/>
                  <a:ext cx="817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FB8B22A-A255-307D-DC83-C637376B805E}"/>
                    </a:ext>
                  </a:extLst>
                </p14:cNvPr>
                <p14:cNvContentPartPr/>
                <p14:nvPr/>
              </p14:nvContentPartPr>
              <p14:xfrm>
                <a:off x="6415920" y="4571912"/>
                <a:ext cx="19800" cy="324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FB8B22A-A255-307D-DC83-C637376B805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09800" y="4565792"/>
                  <a:ext cx="32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1E6BCDE-A987-7F9B-7530-2CDD1FB083FD}"/>
                    </a:ext>
                  </a:extLst>
                </p14:cNvPr>
                <p14:cNvContentPartPr/>
                <p14:nvPr/>
              </p14:nvContentPartPr>
              <p14:xfrm>
                <a:off x="6447960" y="4479752"/>
                <a:ext cx="360" cy="3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1E6BCDE-A987-7F9B-7530-2CDD1FB083F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441840" y="447363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AF0C128-3786-4195-A918-5016024838D2}"/>
                    </a:ext>
                  </a:extLst>
                </p14:cNvPr>
                <p14:cNvContentPartPr/>
                <p14:nvPr/>
              </p14:nvContentPartPr>
              <p14:xfrm>
                <a:off x="6474240" y="4544192"/>
                <a:ext cx="106200" cy="885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AF0C128-3786-4195-A918-5016024838D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468120" y="4538072"/>
                  <a:ext cx="1184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CD462A23-141C-097F-2E13-749A05470369}"/>
                    </a:ext>
                  </a:extLst>
                </p14:cNvPr>
                <p14:cNvContentPartPr/>
                <p14:nvPr/>
              </p14:nvContentPartPr>
              <p14:xfrm>
                <a:off x="6951600" y="4493792"/>
                <a:ext cx="117360" cy="727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CD462A23-141C-097F-2E13-749A0547036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945480" y="4487672"/>
                  <a:ext cx="1296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E5369A4-D66A-EF41-7720-F742F9959637}"/>
                    </a:ext>
                  </a:extLst>
                </p14:cNvPr>
                <p14:cNvContentPartPr/>
                <p14:nvPr/>
              </p14:nvContentPartPr>
              <p14:xfrm>
                <a:off x="7112880" y="4479032"/>
                <a:ext cx="61920" cy="1213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E5369A4-D66A-EF41-7720-F742F995963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06760" y="4472912"/>
                  <a:ext cx="741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EFF8B73B-3E4E-8B6A-8CD7-41EFB7BC2A95}"/>
                    </a:ext>
                  </a:extLst>
                </p14:cNvPr>
                <p14:cNvContentPartPr/>
                <p14:nvPr/>
              </p14:nvContentPartPr>
              <p14:xfrm>
                <a:off x="7161480" y="4440512"/>
                <a:ext cx="92880" cy="1933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EFF8B73B-3E4E-8B6A-8CD7-41EFB7BC2A9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155360" y="4434392"/>
                  <a:ext cx="1051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FC73E96-93C7-394B-9031-CB5EDF4EB287}"/>
                    </a:ext>
                  </a:extLst>
                </p14:cNvPr>
                <p14:cNvContentPartPr/>
                <p14:nvPr/>
              </p14:nvContentPartPr>
              <p14:xfrm>
                <a:off x="6833160" y="4654712"/>
                <a:ext cx="178200" cy="64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FC73E96-93C7-394B-9031-CB5EDF4EB28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827040" y="4648592"/>
                  <a:ext cx="1904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C9C4D7C-4CD5-CF98-8BA0-5C063C8A65FB}"/>
                    </a:ext>
                  </a:extLst>
                </p14:cNvPr>
                <p14:cNvContentPartPr/>
                <p14:nvPr/>
              </p14:nvContentPartPr>
              <p14:xfrm>
                <a:off x="6880680" y="4629872"/>
                <a:ext cx="45000" cy="1306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C9C4D7C-4CD5-CF98-8BA0-5C063C8A65F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874560" y="4623752"/>
                  <a:ext cx="572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BB93D7C-835A-D15D-2234-E9B54C6E43DA}"/>
                    </a:ext>
                  </a:extLst>
                </p14:cNvPr>
                <p14:cNvContentPartPr/>
                <p14:nvPr/>
              </p14:nvContentPartPr>
              <p14:xfrm>
                <a:off x="6977520" y="4706192"/>
                <a:ext cx="81000" cy="1083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BB93D7C-835A-D15D-2234-E9B54C6E43D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971400" y="4700072"/>
                  <a:ext cx="932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4DB0104-3C9E-2D55-BC97-4FFE3DBECADC}"/>
                    </a:ext>
                  </a:extLst>
                </p14:cNvPr>
                <p14:cNvContentPartPr/>
                <p14:nvPr/>
              </p14:nvContentPartPr>
              <p14:xfrm>
                <a:off x="7146360" y="4737512"/>
                <a:ext cx="3240" cy="374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4DB0104-3C9E-2D55-BC97-4FFE3DBECAD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140240" y="4731392"/>
                  <a:ext cx="154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1EC43E4-1C64-2DEF-F8C5-CED138E4CC82}"/>
                    </a:ext>
                  </a:extLst>
                </p14:cNvPr>
                <p14:cNvContentPartPr/>
                <p14:nvPr/>
              </p14:nvContentPartPr>
              <p14:xfrm>
                <a:off x="7192440" y="4662632"/>
                <a:ext cx="360" cy="3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1EC43E4-1C64-2DEF-F8C5-CED138E4CC8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86320" y="465651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5DF15B6B-E095-4446-047A-6949C08A05D7}"/>
                    </a:ext>
                  </a:extLst>
                </p14:cNvPr>
                <p14:cNvContentPartPr/>
                <p14:nvPr/>
              </p14:nvContentPartPr>
              <p14:xfrm>
                <a:off x="7226280" y="4621232"/>
                <a:ext cx="67320" cy="1936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5DF15B6B-E095-4446-047A-6949C08A05D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220160" y="4615112"/>
                  <a:ext cx="795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4CD9369-70D2-49CC-77ED-9261DACB81E6}"/>
                    </a:ext>
                  </a:extLst>
                </p14:cNvPr>
                <p14:cNvContentPartPr/>
                <p14:nvPr/>
              </p14:nvContentPartPr>
              <p14:xfrm>
                <a:off x="7326000" y="4697552"/>
                <a:ext cx="120600" cy="1594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4CD9369-70D2-49CC-77ED-9261DACB81E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319880" y="4691432"/>
                  <a:ext cx="1328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4EE010A-5573-A317-31CD-8A864EB7E08D}"/>
                    </a:ext>
                  </a:extLst>
                </p14:cNvPr>
                <p14:cNvContentPartPr/>
                <p14:nvPr/>
              </p14:nvContentPartPr>
              <p14:xfrm>
                <a:off x="5436000" y="5030912"/>
                <a:ext cx="286200" cy="5745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4EE010A-5573-A317-31CD-8A864EB7E08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429880" y="5024792"/>
                  <a:ext cx="298440" cy="58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F312658-03A9-C3BA-4BCD-26760F88B1F5}"/>
                    </a:ext>
                  </a:extLst>
                </p14:cNvPr>
                <p14:cNvContentPartPr/>
                <p14:nvPr/>
              </p14:nvContentPartPr>
              <p14:xfrm>
                <a:off x="5574600" y="5016512"/>
                <a:ext cx="150840" cy="154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F312658-03A9-C3BA-4BCD-26760F88B1F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568480" y="5010392"/>
                  <a:ext cx="1630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4965094-F9D6-9058-CDD6-2AB23EB9A082}"/>
                    </a:ext>
                  </a:extLst>
                </p14:cNvPr>
                <p14:cNvContentPartPr/>
                <p14:nvPr/>
              </p14:nvContentPartPr>
              <p14:xfrm>
                <a:off x="5897160" y="5033432"/>
                <a:ext cx="183960" cy="42984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4965094-F9D6-9058-CDD6-2AB23EB9A08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891040" y="5027312"/>
                  <a:ext cx="19620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92D840F-30CA-FC97-A709-E18F64873E15}"/>
                    </a:ext>
                  </a:extLst>
                </p14:cNvPr>
                <p14:cNvContentPartPr/>
                <p14:nvPr/>
              </p14:nvContentPartPr>
              <p14:xfrm>
                <a:off x="6171840" y="4932272"/>
                <a:ext cx="99000" cy="2131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92D840F-30CA-FC97-A709-E18F64873E1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165720" y="4926152"/>
                  <a:ext cx="1112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3CC8ABB-77D9-DE16-BBC4-FE5FF49420F5}"/>
                    </a:ext>
                  </a:extLst>
                </p14:cNvPr>
                <p14:cNvContentPartPr/>
                <p14:nvPr/>
              </p14:nvContentPartPr>
              <p14:xfrm>
                <a:off x="6203160" y="4918952"/>
                <a:ext cx="238680" cy="4820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3CC8ABB-77D9-DE16-BBC4-FE5FF49420F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197040" y="4912832"/>
                  <a:ext cx="25092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45BCA262-F726-27B5-9AB1-F968A937D2FC}"/>
                    </a:ext>
                  </a:extLst>
                </p14:cNvPr>
                <p14:cNvContentPartPr/>
                <p14:nvPr/>
              </p14:nvContentPartPr>
              <p14:xfrm>
                <a:off x="6278400" y="5183552"/>
                <a:ext cx="225360" cy="3200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45BCA262-F726-27B5-9AB1-F968A937D2F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272280" y="5177432"/>
                  <a:ext cx="2376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048948D-BC90-ED99-E220-79A51FF3FBDF}"/>
                    </a:ext>
                  </a:extLst>
                </p14:cNvPr>
                <p14:cNvContentPartPr/>
                <p14:nvPr/>
              </p14:nvContentPartPr>
              <p14:xfrm>
                <a:off x="6963840" y="5218472"/>
                <a:ext cx="301320" cy="5234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048948D-BC90-ED99-E220-79A51FF3FBD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957720" y="5212352"/>
                  <a:ext cx="31356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1AC2AA9-51A2-695E-E349-2E3689D3EACF}"/>
                    </a:ext>
                  </a:extLst>
                </p14:cNvPr>
                <p14:cNvContentPartPr/>
                <p14:nvPr/>
              </p14:nvContentPartPr>
              <p14:xfrm>
                <a:off x="7073640" y="5055752"/>
                <a:ext cx="412560" cy="1317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1AC2AA9-51A2-695E-E349-2E3689D3EAC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067520" y="5049632"/>
                  <a:ext cx="4248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1EDC900-DF42-FEC4-007C-F1801DDA2F0D}"/>
                    </a:ext>
                  </a:extLst>
                </p14:cNvPr>
                <p14:cNvContentPartPr/>
                <p14:nvPr/>
              </p14:nvContentPartPr>
              <p14:xfrm>
                <a:off x="7485120" y="5095352"/>
                <a:ext cx="210240" cy="3916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1EDC900-DF42-FEC4-007C-F1801DDA2F0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479000" y="5089232"/>
                  <a:ext cx="22248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81BCB8D-097C-D095-5505-BC8D83ABF3C5}"/>
                    </a:ext>
                  </a:extLst>
                </p14:cNvPr>
                <p14:cNvContentPartPr/>
                <p14:nvPr/>
              </p14:nvContentPartPr>
              <p14:xfrm>
                <a:off x="7824960" y="5013632"/>
                <a:ext cx="115920" cy="1749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81BCB8D-097C-D095-5505-BC8D83ABF3C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818840" y="5007512"/>
                  <a:ext cx="1281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53D547D-E798-3D37-C0FD-EC0BEAC16802}"/>
                    </a:ext>
                  </a:extLst>
                </p14:cNvPr>
                <p14:cNvContentPartPr/>
                <p14:nvPr/>
              </p14:nvContentPartPr>
              <p14:xfrm>
                <a:off x="7893720" y="4902032"/>
                <a:ext cx="305640" cy="7189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53D547D-E798-3D37-C0FD-EC0BEAC1680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887600" y="4895912"/>
                  <a:ext cx="317880" cy="73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EB69883-29FD-3439-3FDA-F565A676352A}"/>
                    </a:ext>
                  </a:extLst>
                </p14:cNvPr>
                <p14:cNvContentPartPr/>
                <p14:nvPr/>
              </p14:nvContentPartPr>
              <p14:xfrm>
                <a:off x="8079120" y="5342312"/>
                <a:ext cx="44640" cy="1270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EB69883-29FD-3439-3FDA-F565A676352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073000" y="5336192"/>
                  <a:ext cx="568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D58F055-7811-BEF6-B0AE-5676D40946C3}"/>
                    </a:ext>
                  </a:extLst>
                </p14:cNvPr>
                <p14:cNvContentPartPr/>
                <p14:nvPr/>
              </p14:nvContentPartPr>
              <p14:xfrm>
                <a:off x="8049600" y="5409632"/>
                <a:ext cx="203400" cy="2667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D58F055-7811-BEF6-B0AE-5676D40946C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043480" y="5403512"/>
                  <a:ext cx="215640" cy="27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613E07A9-0D52-C485-7B01-64BCBD3E9CC1}"/>
                  </a:ext>
                </a:extLst>
              </p14:cNvPr>
              <p14:cNvContentPartPr/>
              <p14:nvPr/>
            </p14:nvContentPartPr>
            <p14:xfrm>
              <a:off x="1918080" y="-20309"/>
              <a:ext cx="720" cy="386892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613E07A9-0D52-C485-7B01-64BCBD3E9CC1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1905840" y="-26429"/>
                <a:ext cx="25200" cy="38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012F0D87-07C6-77CA-0069-BC8244E0340B}"/>
                  </a:ext>
                </a:extLst>
              </p14:cNvPr>
              <p14:cNvContentPartPr/>
              <p14:nvPr/>
            </p14:nvContentPartPr>
            <p14:xfrm>
              <a:off x="114120" y="3469171"/>
              <a:ext cx="1891080" cy="5796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012F0D87-07C6-77CA-0069-BC8244E0340B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108000" y="3463051"/>
                <a:ext cx="190332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8BA9AE84-73AA-BBC3-32B4-11ABC5C4E8A2}"/>
                  </a:ext>
                </a:extLst>
              </p14:cNvPr>
              <p14:cNvContentPartPr/>
              <p14:nvPr/>
            </p14:nvContentPartPr>
            <p14:xfrm>
              <a:off x="5418720" y="5845171"/>
              <a:ext cx="2589480" cy="72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8BA9AE84-73AA-BBC3-32B4-11ABC5C4E8A2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5412600" y="5832931"/>
                <a:ext cx="26017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55D83005-6FBC-D33C-21B0-C81CA9286E9B}"/>
                  </a:ext>
                </a:extLst>
              </p14:cNvPr>
              <p14:cNvContentPartPr/>
              <p14:nvPr/>
            </p14:nvContentPartPr>
            <p14:xfrm>
              <a:off x="20880" y="3603091"/>
              <a:ext cx="1962720" cy="8028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55D83005-6FBC-D33C-21B0-C81CA9286E9B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14760" y="3596971"/>
                <a:ext cx="197496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oup 249">
            <a:extLst>
              <a:ext uri="{FF2B5EF4-FFF2-40B4-BE49-F238E27FC236}">
                <a16:creationId xmlns:a16="http://schemas.microsoft.com/office/drawing/2014/main" id="{B45DC36E-C5AE-4544-D192-A41596DCAD40}"/>
              </a:ext>
            </a:extLst>
          </p:cNvPr>
          <p:cNvGrpSpPr/>
          <p:nvPr/>
        </p:nvGrpSpPr>
        <p:grpSpPr>
          <a:xfrm>
            <a:off x="24120" y="118712"/>
            <a:ext cx="4787640" cy="6678720"/>
            <a:chOff x="24120" y="118712"/>
            <a:chExt cx="4787640" cy="667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AB281DF-D62F-67C3-B813-B316C6ACFD72}"/>
                    </a:ext>
                  </a:extLst>
                </p14:cNvPr>
                <p14:cNvContentPartPr/>
                <p14:nvPr/>
              </p14:nvContentPartPr>
              <p14:xfrm>
                <a:off x="1132920" y="1227152"/>
                <a:ext cx="543600" cy="28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AB281DF-D62F-67C3-B813-B316C6ACFD7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126800" y="1221032"/>
                  <a:ext cx="555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019E080-7CFC-A725-625B-C0C0CF5E2231}"/>
                    </a:ext>
                  </a:extLst>
                </p14:cNvPr>
                <p14:cNvContentPartPr/>
                <p14:nvPr/>
              </p14:nvContentPartPr>
              <p14:xfrm>
                <a:off x="1343520" y="1255592"/>
                <a:ext cx="92520" cy="602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019E080-7CFC-A725-625B-C0C0CF5E223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337400" y="1249472"/>
                  <a:ext cx="104760" cy="61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AE682BF-AD83-4096-150C-D1B16942FFAA}"/>
                    </a:ext>
                  </a:extLst>
                </p14:cNvPr>
                <p14:cNvContentPartPr/>
                <p14:nvPr/>
              </p14:nvContentPartPr>
              <p14:xfrm>
                <a:off x="1066320" y="2258912"/>
                <a:ext cx="93240" cy="506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AE682BF-AD83-4096-150C-D1B16942FFA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60200" y="2252792"/>
                  <a:ext cx="10548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E45125C-F600-CB21-507C-1724E6B8BCB9}"/>
                    </a:ext>
                  </a:extLst>
                </p14:cNvPr>
                <p14:cNvContentPartPr/>
                <p14:nvPr/>
              </p14:nvContentPartPr>
              <p14:xfrm>
                <a:off x="890640" y="2825912"/>
                <a:ext cx="335880" cy="83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E45125C-F600-CB21-507C-1724E6B8BCB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84520" y="2819792"/>
                  <a:ext cx="3481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B721213-0F4E-7DC1-D018-18A471B64F1B}"/>
                    </a:ext>
                  </a:extLst>
                </p14:cNvPr>
                <p14:cNvContentPartPr/>
                <p14:nvPr/>
              </p14:nvContentPartPr>
              <p14:xfrm>
                <a:off x="950040" y="2977112"/>
                <a:ext cx="351000" cy="255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B721213-0F4E-7DC1-D018-18A471B64F1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43920" y="2970992"/>
                  <a:ext cx="3632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61113E3-201A-F79F-0777-7FF242A4FB54}"/>
                    </a:ext>
                  </a:extLst>
                </p14:cNvPr>
                <p14:cNvContentPartPr/>
                <p14:nvPr/>
              </p14:nvContentPartPr>
              <p14:xfrm>
                <a:off x="2626560" y="2127152"/>
                <a:ext cx="31680" cy="370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61113E3-201A-F79F-0777-7FF242A4FB5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620440" y="2121032"/>
                  <a:ext cx="4392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6752718-BC19-782E-E5B0-67A5CD74867F}"/>
                    </a:ext>
                  </a:extLst>
                </p14:cNvPr>
                <p14:cNvContentPartPr/>
                <p14:nvPr/>
              </p14:nvContentPartPr>
              <p14:xfrm>
                <a:off x="2433960" y="2722232"/>
                <a:ext cx="405000" cy="61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6752718-BC19-782E-E5B0-67A5CD74867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427840" y="2716112"/>
                  <a:ext cx="4172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DFE8078-1788-D392-96AC-B418490E8B3E}"/>
                    </a:ext>
                  </a:extLst>
                </p14:cNvPr>
                <p14:cNvContentPartPr/>
                <p14:nvPr/>
              </p14:nvContentPartPr>
              <p14:xfrm>
                <a:off x="2483640" y="2866592"/>
                <a:ext cx="472320" cy="344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DFE8078-1788-D392-96AC-B418490E8B3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477520" y="2860472"/>
                  <a:ext cx="4845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BB92A96-B155-5195-C07E-A6F5DFCEB4C8}"/>
                    </a:ext>
                  </a:extLst>
                </p14:cNvPr>
                <p14:cNvContentPartPr/>
                <p14:nvPr/>
              </p14:nvContentPartPr>
              <p14:xfrm>
                <a:off x="2378160" y="1272512"/>
                <a:ext cx="676080" cy="50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BB92A96-B155-5195-C07E-A6F5DFCEB4C8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372040" y="1266392"/>
                  <a:ext cx="6883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5704807-4572-8E6A-8632-E7DA2AF97252}"/>
                    </a:ext>
                  </a:extLst>
                </p14:cNvPr>
                <p14:cNvContentPartPr/>
                <p14:nvPr/>
              </p14:nvContentPartPr>
              <p14:xfrm>
                <a:off x="2657880" y="1306712"/>
                <a:ext cx="42480" cy="446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5704807-4572-8E6A-8632-E7DA2AF97252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651760" y="1300592"/>
                  <a:ext cx="5472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52618AE-145C-F5AC-19C1-8D6438102AE8}"/>
                    </a:ext>
                  </a:extLst>
                </p14:cNvPr>
                <p14:cNvContentPartPr/>
                <p14:nvPr/>
              </p14:nvContentPartPr>
              <p14:xfrm>
                <a:off x="842400" y="4234232"/>
                <a:ext cx="642960" cy="32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52618AE-145C-F5AC-19C1-8D6438102AE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36280" y="4228112"/>
                  <a:ext cx="655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88D66A8-2E2D-F8C9-3876-1509CCD2258C}"/>
                    </a:ext>
                  </a:extLst>
                </p14:cNvPr>
                <p14:cNvContentPartPr/>
                <p14:nvPr/>
              </p14:nvContentPartPr>
              <p14:xfrm>
                <a:off x="1071720" y="4243232"/>
                <a:ext cx="50400" cy="476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88D66A8-2E2D-F8C9-3876-1509CCD2258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65600" y="4237112"/>
                  <a:ext cx="6264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F62B12F-15C5-5CAE-7703-EA3B48AB7409}"/>
                    </a:ext>
                  </a:extLst>
                </p14:cNvPr>
                <p14:cNvContentPartPr/>
                <p14:nvPr/>
              </p14:nvContentPartPr>
              <p14:xfrm>
                <a:off x="1641240" y="4228832"/>
                <a:ext cx="508680" cy="26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F62B12F-15C5-5CAE-7703-EA3B48AB740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635120" y="4222712"/>
                  <a:ext cx="5209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6FB9295-8AEE-FACB-4C44-3D41E3C5440E}"/>
                    </a:ext>
                  </a:extLst>
                </p14:cNvPr>
                <p14:cNvContentPartPr/>
                <p14:nvPr/>
              </p14:nvContentPartPr>
              <p14:xfrm>
                <a:off x="1858680" y="4215872"/>
                <a:ext cx="46080" cy="570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6FB9295-8AEE-FACB-4C44-3D41E3C5440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852560" y="4209752"/>
                  <a:ext cx="5832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AA1DD8D-9ED6-1123-A751-0CE4BDCEA1A7}"/>
                    </a:ext>
                  </a:extLst>
                </p14:cNvPr>
                <p14:cNvContentPartPr/>
                <p14:nvPr/>
              </p14:nvContentPartPr>
              <p14:xfrm>
                <a:off x="806400" y="4992032"/>
                <a:ext cx="556560" cy="6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AA1DD8D-9ED6-1123-A751-0CE4BDCEA1A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00280" y="4985912"/>
                  <a:ext cx="5688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EB68922-A09E-1D8E-DE68-264BEC77B7D7}"/>
                    </a:ext>
                  </a:extLst>
                </p14:cNvPr>
                <p14:cNvContentPartPr/>
                <p14:nvPr/>
              </p14:nvContentPartPr>
              <p14:xfrm>
                <a:off x="1040040" y="4942712"/>
                <a:ext cx="70560" cy="500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EB68922-A09E-1D8E-DE68-264BEC77B7D7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33920" y="4936592"/>
                  <a:ext cx="8280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0C1BBEC-2C63-60C9-EE5F-879E9227F7AC}"/>
                    </a:ext>
                  </a:extLst>
                </p14:cNvPr>
                <p14:cNvContentPartPr/>
                <p14:nvPr/>
              </p14:nvContentPartPr>
              <p14:xfrm>
                <a:off x="1728000" y="5018312"/>
                <a:ext cx="57600" cy="410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0C1BBEC-2C63-60C9-EE5F-879E9227F7A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721880" y="5012192"/>
                  <a:ext cx="6984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CD5FCB2-79DF-E524-0EBB-0FCAC0D73B5D}"/>
                    </a:ext>
                  </a:extLst>
                </p14:cNvPr>
                <p14:cNvContentPartPr/>
                <p14:nvPr/>
              </p14:nvContentPartPr>
              <p14:xfrm>
                <a:off x="1870560" y="5000672"/>
                <a:ext cx="150840" cy="434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CD5FCB2-79DF-E524-0EBB-0FCAC0D73B5D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864440" y="4994552"/>
                  <a:ext cx="16308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2560A4D-5E21-6054-88CD-3F7F9AC1E342}"/>
                    </a:ext>
                  </a:extLst>
                </p14:cNvPr>
                <p14:cNvContentPartPr/>
                <p14:nvPr/>
              </p14:nvContentPartPr>
              <p14:xfrm>
                <a:off x="1744200" y="5188232"/>
                <a:ext cx="340920" cy="44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2560A4D-5E21-6054-88CD-3F7F9AC1E34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738080" y="5182112"/>
                  <a:ext cx="3531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20B0C41-0CFF-9B47-462A-ED94DA421A23}"/>
                    </a:ext>
                  </a:extLst>
                </p14:cNvPr>
                <p14:cNvContentPartPr/>
                <p14:nvPr/>
              </p14:nvContentPartPr>
              <p14:xfrm>
                <a:off x="814680" y="5580992"/>
                <a:ext cx="64800" cy="538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20B0C41-0CFF-9B47-462A-ED94DA421A2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08560" y="5574872"/>
                  <a:ext cx="7704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5C5F2DD-81BA-0C24-A740-A58A20862DE4}"/>
                    </a:ext>
                  </a:extLst>
                </p14:cNvPr>
                <p14:cNvContentPartPr/>
                <p14:nvPr/>
              </p14:nvContentPartPr>
              <p14:xfrm>
                <a:off x="962280" y="5597192"/>
                <a:ext cx="168840" cy="455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5C5F2DD-81BA-0C24-A740-A58A20862DE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56160" y="5591072"/>
                  <a:ext cx="18108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9C070A6-2E1A-794C-B8A6-AE662CE47DF3}"/>
                    </a:ext>
                  </a:extLst>
                </p14:cNvPr>
                <p14:cNvContentPartPr/>
                <p14:nvPr/>
              </p14:nvContentPartPr>
              <p14:xfrm>
                <a:off x="791280" y="5805992"/>
                <a:ext cx="350280" cy="28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9C070A6-2E1A-794C-B8A6-AE662CE47DF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85160" y="5799872"/>
                  <a:ext cx="3625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800177B-B61D-B88D-487C-372DA3EA58FC}"/>
                    </a:ext>
                  </a:extLst>
                </p14:cNvPr>
                <p14:cNvContentPartPr/>
                <p14:nvPr/>
              </p14:nvContentPartPr>
              <p14:xfrm>
                <a:off x="1577520" y="5638592"/>
                <a:ext cx="103680" cy="446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800177B-B61D-B88D-487C-372DA3EA58F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571400" y="5632472"/>
                  <a:ext cx="11592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BB9DC00-809C-D16F-5A01-7E351E92C20C}"/>
                    </a:ext>
                  </a:extLst>
                </p14:cNvPr>
                <p14:cNvContentPartPr/>
                <p14:nvPr/>
              </p14:nvContentPartPr>
              <p14:xfrm>
                <a:off x="1734120" y="5627792"/>
                <a:ext cx="157320" cy="491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BB9DC00-809C-D16F-5A01-7E351E92C20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728000" y="5621672"/>
                  <a:ext cx="16956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D41A8CE-FC76-D4E9-0A1B-86CD19D640BF}"/>
                    </a:ext>
                  </a:extLst>
                </p14:cNvPr>
                <p14:cNvContentPartPr/>
                <p14:nvPr/>
              </p14:nvContentPartPr>
              <p14:xfrm>
                <a:off x="1578240" y="5824712"/>
                <a:ext cx="363960" cy="45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D41A8CE-FC76-D4E9-0A1B-86CD19D640BF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572120" y="5818592"/>
                  <a:ext cx="3762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CF6FF31-7297-AA54-1C4E-69E49E9195E6}"/>
                    </a:ext>
                  </a:extLst>
                </p14:cNvPr>
                <p14:cNvContentPartPr/>
                <p14:nvPr/>
              </p14:nvContentPartPr>
              <p14:xfrm>
                <a:off x="787320" y="6226832"/>
                <a:ext cx="80640" cy="450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CF6FF31-7297-AA54-1C4E-69E49E9195E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81200" y="6220712"/>
                  <a:ext cx="9288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2ED76DD-24B5-B302-E45F-FFC45FF80DE9}"/>
                    </a:ext>
                  </a:extLst>
                </p14:cNvPr>
                <p14:cNvContentPartPr/>
                <p14:nvPr/>
              </p14:nvContentPartPr>
              <p14:xfrm>
                <a:off x="966240" y="6270032"/>
                <a:ext cx="82080" cy="396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2ED76DD-24B5-B302-E45F-FFC45FF80DE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60120" y="6263912"/>
                  <a:ext cx="9432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2C50C53-4AE4-1927-D8FE-2C248D5930E2}"/>
                    </a:ext>
                  </a:extLst>
                </p14:cNvPr>
                <p14:cNvContentPartPr/>
                <p14:nvPr/>
              </p14:nvContentPartPr>
              <p14:xfrm>
                <a:off x="783360" y="6454712"/>
                <a:ext cx="311400" cy="40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2C50C53-4AE4-1927-D8FE-2C248D5930E2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77240" y="6448592"/>
                  <a:ext cx="3236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E217116-B266-0BEE-78D8-82672995D8B4}"/>
                    </a:ext>
                  </a:extLst>
                </p14:cNvPr>
                <p14:cNvContentPartPr/>
                <p14:nvPr/>
              </p14:nvContentPartPr>
              <p14:xfrm>
                <a:off x="1194120" y="6472712"/>
                <a:ext cx="167040" cy="34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E217116-B266-0BEE-78D8-82672995D8B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188000" y="6466592"/>
                  <a:ext cx="1792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6D7B0AD-7413-5305-834A-6BDBD0EC76A0}"/>
                    </a:ext>
                  </a:extLst>
                </p14:cNvPr>
                <p14:cNvContentPartPr/>
                <p14:nvPr/>
              </p14:nvContentPartPr>
              <p14:xfrm>
                <a:off x="1462680" y="6252032"/>
                <a:ext cx="324360" cy="73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6D7B0AD-7413-5305-834A-6BDBD0EC76A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456560" y="6245912"/>
                  <a:ext cx="3366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D1C2E3E-3DB8-184D-9AC6-DDB8C175B463}"/>
                    </a:ext>
                  </a:extLst>
                </p14:cNvPr>
                <p14:cNvContentPartPr/>
                <p14:nvPr/>
              </p14:nvContentPartPr>
              <p14:xfrm>
                <a:off x="1498680" y="6257072"/>
                <a:ext cx="129960" cy="540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D1C2E3E-3DB8-184D-9AC6-DDB8C175B46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492560" y="6250952"/>
                  <a:ext cx="14220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73CE67E-2549-E698-59B2-731B88BFFC9F}"/>
                    </a:ext>
                  </a:extLst>
                </p14:cNvPr>
                <p14:cNvContentPartPr/>
                <p14:nvPr/>
              </p14:nvContentPartPr>
              <p14:xfrm>
                <a:off x="273240" y="4271312"/>
                <a:ext cx="4320" cy="383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73CE67E-2549-E698-59B2-731B88BFFC9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67120" y="4265192"/>
                  <a:ext cx="1656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97A8861-E1A9-CC31-1D34-1188306427F4}"/>
                    </a:ext>
                  </a:extLst>
                </p14:cNvPr>
                <p14:cNvContentPartPr/>
                <p14:nvPr/>
              </p14:nvContentPartPr>
              <p14:xfrm>
                <a:off x="162360" y="4977992"/>
                <a:ext cx="250560" cy="327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97A8861-E1A9-CC31-1D34-1188306427F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56240" y="4971872"/>
                  <a:ext cx="2628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88B6179-EFD3-DBFA-0038-9D4EC3137100}"/>
                    </a:ext>
                  </a:extLst>
                </p14:cNvPr>
                <p14:cNvContentPartPr/>
                <p14:nvPr/>
              </p14:nvContentPartPr>
              <p14:xfrm>
                <a:off x="108000" y="5629952"/>
                <a:ext cx="403200" cy="477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88B6179-EFD3-DBFA-0038-9D4EC313710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1880" y="5623832"/>
                  <a:ext cx="41544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430FCD-400A-8BC5-BECF-AE7B80B38424}"/>
                    </a:ext>
                  </a:extLst>
                </p14:cNvPr>
                <p14:cNvContentPartPr/>
                <p14:nvPr/>
              </p14:nvContentPartPr>
              <p14:xfrm>
                <a:off x="222120" y="6266072"/>
                <a:ext cx="209880" cy="153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6430FCD-400A-8BC5-BECF-AE7B80B3842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16000" y="6259952"/>
                  <a:ext cx="2221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9855D32-8F2E-951E-C4AA-788E993282FF}"/>
                    </a:ext>
                  </a:extLst>
                </p14:cNvPr>
                <p14:cNvContentPartPr/>
                <p14:nvPr/>
              </p14:nvContentPartPr>
              <p14:xfrm>
                <a:off x="341280" y="6235112"/>
                <a:ext cx="120960" cy="430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9855D32-8F2E-951E-C4AA-788E993282FF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35160" y="6228992"/>
                  <a:ext cx="13320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9ECA78B-494B-7DAF-FA6F-04B0E72D656F}"/>
                    </a:ext>
                  </a:extLst>
                </p14:cNvPr>
                <p14:cNvContentPartPr/>
                <p14:nvPr/>
              </p14:nvContentPartPr>
              <p14:xfrm>
                <a:off x="24120" y="3979712"/>
                <a:ext cx="2552040" cy="1001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9ECA78B-494B-7DAF-FA6F-04B0E72D656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8000" y="3973592"/>
                  <a:ext cx="2564280" cy="10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A0AB4D0-770F-650D-EE21-01D0690F057C}"/>
                    </a:ext>
                  </a:extLst>
                </p14:cNvPr>
                <p14:cNvContentPartPr/>
                <p14:nvPr/>
              </p14:nvContentPartPr>
              <p14:xfrm>
                <a:off x="2530080" y="580952"/>
                <a:ext cx="27360" cy="169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A0AB4D0-770F-650D-EE21-01D0690F057C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523960" y="574832"/>
                  <a:ext cx="396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3D4D635-B291-2464-089F-ED1D7936C7CB}"/>
                    </a:ext>
                  </a:extLst>
                </p14:cNvPr>
                <p14:cNvContentPartPr/>
                <p14:nvPr/>
              </p14:nvContentPartPr>
              <p14:xfrm>
                <a:off x="2523600" y="616592"/>
                <a:ext cx="232920" cy="333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3D4D635-B291-2464-089F-ED1D7936C7C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517480" y="610472"/>
                  <a:ext cx="24516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3CD6B12-110B-8372-8ABD-71A2456A662D}"/>
                    </a:ext>
                  </a:extLst>
                </p14:cNvPr>
                <p14:cNvContentPartPr/>
                <p14:nvPr/>
              </p14:nvContentPartPr>
              <p14:xfrm>
                <a:off x="2717280" y="717752"/>
                <a:ext cx="182160" cy="165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3CD6B12-110B-8372-8ABD-71A2456A662D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711160" y="711632"/>
                  <a:ext cx="1944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1C2118E-208C-600D-843C-513C2FEBEC5F}"/>
                    </a:ext>
                  </a:extLst>
                </p14:cNvPr>
                <p14:cNvContentPartPr/>
                <p14:nvPr/>
              </p14:nvContentPartPr>
              <p14:xfrm>
                <a:off x="2796120" y="672032"/>
                <a:ext cx="122400" cy="330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1C2118E-208C-600D-843C-513C2FEBEC5F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790000" y="665912"/>
                  <a:ext cx="13464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2410479-FF18-2C6D-1452-9FDC8E2E43AB}"/>
                    </a:ext>
                  </a:extLst>
                </p14:cNvPr>
                <p14:cNvContentPartPr/>
                <p14:nvPr/>
              </p14:nvContentPartPr>
              <p14:xfrm>
                <a:off x="4511880" y="2027432"/>
                <a:ext cx="10080" cy="378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2410479-FF18-2C6D-1452-9FDC8E2E43A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505760" y="2021312"/>
                  <a:ext cx="2232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826905B-5D40-6306-ED8D-81757E3F4C84}"/>
                    </a:ext>
                  </a:extLst>
                </p14:cNvPr>
                <p14:cNvContentPartPr/>
                <p14:nvPr/>
              </p14:nvContentPartPr>
              <p14:xfrm>
                <a:off x="4233240" y="2489312"/>
                <a:ext cx="464400" cy="106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826905B-5D40-6306-ED8D-81757E3F4C8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227120" y="2483192"/>
                  <a:ext cx="4766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EF89CAA-DC8D-4742-93E4-0C33B706820D}"/>
                    </a:ext>
                  </a:extLst>
                </p14:cNvPr>
                <p14:cNvContentPartPr/>
                <p14:nvPr/>
              </p14:nvContentPartPr>
              <p14:xfrm>
                <a:off x="4439520" y="2632952"/>
                <a:ext cx="372240" cy="334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EF89CAA-DC8D-4742-93E4-0C33B706820D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433400" y="2626832"/>
                  <a:ext cx="38448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8ECE141-B7F7-8159-11C0-920AB034EAEC}"/>
                    </a:ext>
                  </a:extLst>
                </p14:cNvPr>
                <p14:cNvContentPartPr/>
                <p14:nvPr/>
              </p14:nvContentPartPr>
              <p14:xfrm>
                <a:off x="4055400" y="1296992"/>
                <a:ext cx="690840" cy="99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8ECE141-B7F7-8159-11C0-920AB034EAEC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049280" y="1290872"/>
                  <a:ext cx="7030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FBAF67B-B64E-9C02-198A-5A2932E4BBBA}"/>
                    </a:ext>
                  </a:extLst>
                </p14:cNvPr>
                <p14:cNvContentPartPr/>
                <p14:nvPr/>
              </p14:nvContentPartPr>
              <p14:xfrm>
                <a:off x="4347000" y="1392392"/>
                <a:ext cx="73800" cy="4345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FBAF67B-B64E-9C02-198A-5A2932E4BBBA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340880" y="1386272"/>
                  <a:ext cx="8604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0D9880E-1D20-8E21-1AB6-4D82F798DA06}"/>
                    </a:ext>
                  </a:extLst>
                </p14:cNvPr>
                <p14:cNvContentPartPr/>
                <p14:nvPr/>
              </p14:nvContentPartPr>
              <p14:xfrm>
                <a:off x="3120480" y="5344832"/>
                <a:ext cx="279360" cy="5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0D9880E-1D20-8E21-1AB6-4D82F798DA06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114360" y="5338712"/>
                  <a:ext cx="2916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2C2DE21-8D15-7599-F346-43D282E97814}"/>
                    </a:ext>
                  </a:extLst>
                </p14:cNvPr>
                <p14:cNvContentPartPr/>
                <p14:nvPr/>
              </p14:nvContentPartPr>
              <p14:xfrm>
                <a:off x="3226320" y="5356712"/>
                <a:ext cx="45000" cy="214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2C2DE21-8D15-7599-F346-43D282E9781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220200" y="5350592"/>
                  <a:ext cx="572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2C7E763-9F15-1BA6-51CD-FF65D300A6FE}"/>
                    </a:ext>
                  </a:extLst>
                </p14:cNvPr>
                <p14:cNvContentPartPr/>
                <p14:nvPr/>
              </p14:nvContentPartPr>
              <p14:xfrm>
                <a:off x="3549600" y="5389112"/>
                <a:ext cx="47520" cy="2106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2C7E763-9F15-1BA6-51CD-FF65D300A6FE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3543480" y="5382992"/>
                  <a:ext cx="59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A2F29B0-5B42-7D73-6245-78EA52909A55}"/>
                    </a:ext>
                  </a:extLst>
                </p14:cNvPr>
                <p14:cNvContentPartPr/>
                <p14:nvPr/>
              </p14:nvContentPartPr>
              <p14:xfrm>
                <a:off x="3644640" y="5376152"/>
                <a:ext cx="84600" cy="213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A2F29B0-5B42-7D73-6245-78EA52909A5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638520" y="5370032"/>
                  <a:ext cx="96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244DAA5-8498-4600-7A52-56B0392040C4}"/>
                    </a:ext>
                  </a:extLst>
                </p14:cNvPr>
                <p14:cNvContentPartPr/>
                <p14:nvPr/>
              </p14:nvContentPartPr>
              <p14:xfrm>
                <a:off x="3547080" y="5499992"/>
                <a:ext cx="135720" cy="18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244DAA5-8498-4600-7A52-56B0392040C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540960" y="5493872"/>
                  <a:ext cx="1479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488B55E-6AC2-C1A5-54FA-4E2E9D821229}"/>
                    </a:ext>
                  </a:extLst>
                </p14:cNvPr>
                <p14:cNvContentPartPr/>
                <p14:nvPr/>
              </p14:nvContentPartPr>
              <p14:xfrm>
                <a:off x="3111840" y="5728952"/>
                <a:ext cx="64440" cy="2476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488B55E-6AC2-C1A5-54FA-4E2E9D82122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3105720" y="5722832"/>
                  <a:ext cx="766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9CC51B6-9B8A-5FD1-DC25-2B7D20AEE4F6}"/>
                    </a:ext>
                  </a:extLst>
                </p14:cNvPr>
                <p14:cNvContentPartPr/>
                <p14:nvPr/>
              </p14:nvContentPartPr>
              <p14:xfrm>
                <a:off x="3182760" y="5772152"/>
                <a:ext cx="119160" cy="2552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9CC51B6-9B8A-5FD1-DC25-2B7D20AEE4F6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176640" y="5766032"/>
                  <a:ext cx="1314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F0A6EA1-1B76-8E09-184C-AAD774CC73B4}"/>
                    </a:ext>
                  </a:extLst>
                </p14:cNvPr>
                <p14:cNvContentPartPr/>
                <p14:nvPr/>
              </p14:nvContentPartPr>
              <p14:xfrm>
                <a:off x="3111480" y="5836952"/>
                <a:ext cx="199080" cy="450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F0A6EA1-1B76-8E09-184C-AAD774CC73B4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105360" y="5830832"/>
                  <a:ext cx="211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69DA658-C8F4-6795-46A4-08F1FC01F311}"/>
                    </a:ext>
                  </a:extLst>
                </p14:cNvPr>
                <p14:cNvContentPartPr/>
                <p14:nvPr/>
              </p14:nvContentPartPr>
              <p14:xfrm>
                <a:off x="3479400" y="5810312"/>
                <a:ext cx="188640" cy="151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69DA658-C8F4-6795-46A4-08F1FC01F311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473280" y="5804192"/>
                  <a:ext cx="2008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778ACA8-2F70-BC8D-B197-3599E36BCC34}"/>
                    </a:ext>
                  </a:extLst>
                </p14:cNvPr>
                <p14:cNvContentPartPr/>
                <p14:nvPr/>
              </p14:nvContentPartPr>
              <p14:xfrm>
                <a:off x="3516480" y="5805272"/>
                <a:ext cx="77400" cy="2340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778ACA8-2F70-BC8D-B197-3599E36BCC3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510360" y="5799152"/>
                  <a:ext cx="896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C6DBBC8-537E-CB2D-E497-9BFD48A82D09}"/>
                    </a:ext>
                  </a:extLst>
                </p14:cNvPr>
                <p14:cNvContentPartPr/>
                <p14:nvPr/>
              </p14:nvContentPartPr>
              <p14:xfrm>
                <a:off x="3006720" y="6134672"/>
                <a:ext cx="46080" cy="2322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C6DBBC8-537E-CB2D-E497-9BFD48A82D09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000600" y="6128552"/>
                  <a:ext cx="583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B36F0CA-080C-9A25-FB81-FB5F9FFBA152}"/>
                    </a:ext>
                  </a:extLst>
                </p14:cNvPr>
                <p14:cNvContentPartPr/>
                <p14:nvPr/>
              </p14:nvContentPartPr>
              <p14:xfrm>
                <a:off x="3139920" y="6161312"/>
                <a:ext cx="76680" cy="1465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B36F0CA-080C-9A25-FB81-FB5F9FFBA152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133800" y="6155192"/>
                  <a:ext cx="889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0A88861-CDB4-00A9-39D3-6561D48F4C0E}"/>
                    </a:ext>
                  </a:extLst>
                </p14:cNvPr>
                <p14:cNvContentPartPr/>
                <p14:nvPr/>
              </p14:nvContentPartPr>
              <p14:xfrm>
                <a:off x="3014280" y="6209192"/>
                <a:ext cx="197640" cy="44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0A88861-CDB4-00A9-39D3-6561D48F4C0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008160" y="6203072"/>
                  <a:ext cx="2098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DF16767-562D-5B71-C5CA-6851336E1ECA}"/>
                    </a:ext>
                  </a:extLst>
                </p14:cNvPr>
                <p14:cNvContentPartPr/>
                <p14:nvPr/>
              </p14:nvContentPartPr>
              <p14:xfrm>
                <a:off x="3410640" y="6179312"/>
                <a:ext cx="197640" cy="262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DF16767-562D-5B71-C5CA-6851336E1EC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404520" y="6173192"/>
                  <a:ext cx="2098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CFA117F-DB7C-FABE-54DA-7080E38D9BB8}"/>
                    </a:ext>
                  </a:extLst>
                </p14:cNvPr>
                <p14:cNvContentPartPr/>
                <p14:nvPr/>
              </p14:nvContentPartPr>
              <p14:xfrm>
                <a:off x="3444120" y="6160232"/>
                <a:ext cx="66240" cy="1965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CFA117F-DB7C-FABE-54DA-7080E38D9BB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438000" y="6154112"/>
                  <a:ext cx="784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CB23FA3-7D8F-4B91-A3C3-6D1D1A75F2A1}"/>
                    </a:ext>
                  </a:extLst>
                </p14:cNvPr>
                <p14:cNvContentPartPr/>
                <p14:nvPr/>
              </p14:nvContentPartPr>
              <p14:xfrm>
                <a:off x="3795120" y="6149432"/>
                <a:ext cx="55800" cy="2286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CB23FA3-7D8F-4B91-A3C3-6D1D1A75F2A1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789000" y="6143312"/>
                  <a:ext cx="680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7AFA3C1-EA0D-5A4B-9B56-EB212044BED3}"/>
                    </a:ext>
                  </a:extLst>
                </p14:cNvPr>
                <p14:cNvContentPartPr/>
                <p14:nvPr/>
              </p14:nvContentPartPr>
              <p14:xfrm>
                <a:off x="3893400" y="6159152"/>
                <a:ext cx="101160" cy="2098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7AFA3C1-EA0D-5A4B-9B56-EB212044BED3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3887280" y="6153032"/>
                  <a:ext cx="1134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62C93EF-8E61-8C54-B923-18A902A37CDC}"/>
                    </a:ext>
                  </a:extLst>
                </p14:cNvPr>
                <p14:cNvContentPartPr/>
                <p14:nvPr/>
              </p14:nvContentPartPr>
              <p14:xfrm>
                <a:off x="3812040" y="6232952"/>
                <a:ext cx="186840" cy="518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62C93EF-8E61-8C54-B923-18A902A37CDC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805920" y="6226832"/>
                  <a:ext cx="1990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4C52D96-95E9-BF46-0C58-7AA808AE2AAB}"/>
                    </a:ext>
                  </a:extLst>
                </p14:cNvPr>
                <p14:cNvContentPartPr/>
                <p14:nvPr/>
              </p14:nvContentPartPr>
              <p14:xfrm>
                <a:off x="2941200" y="6424472"/>
                <a:ext cx="33120" cy="1724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4C52D96-95E9-BF46-0C58-7AA808AE2AAB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935080" y="6418352"/>
                  <a:ext cx="453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0745EFF-E20E-A3BD-F767-87FA5862ACD6}"/>
                    </a:ext>
                  </a:extLst>
                </p14:cNvPr>
                <p14:cNvContentPartPr/>
                <p14:nvPr/>
              </p14:nvContentPartPr>
              <p14:xfrm>
                <a:off x="3038040" y="6385232"/>
                <a:ext cx="95400" cy="239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0745EFF-E20E-A3BD-F767-87FA5862ACD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031920" y="6379112"/>
                  <a:ext cx="1076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673D05F-3E77-AAB7-5C58-50BDDEC37A4B}"/>
                    </a:ext>
                  </a:extLst>
                </p14:cNvPr>
                <p14:cNvContentPartPr/>
                <p14:nvPr/>
              </p14:nvContentPartPr>
              <p14:xfrm>
                <a:off x="2918160" y="6500792"/>
                <a:ext cx="185040" cy="460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673D05F-3E77-AAB7-5C58-50BDDEC37A4B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912040" y="6494672"/>
                  <a:ext cx="1972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76B9467-B217-E0F6-EB35-71FDBD37BFE9}"/>
                    </a:ext>
                  </a:extLst>
                </p14:cNvPr>
                <p14:cNvContentPartPr/>
                <p14:nvPr/>
              </p14:nvContentPartPr>
              <p14:xfrm>
                <a:off x="3334680" y="6420872"/>
                <a:ext cx="187920" cy="129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76B9467-B217-E0F6-EB35-71FDBD37BFE9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328560" y="6414752"/>
                  <a:ext cx="2001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D1530DE-53A1-1B08-7E6E-AFAECFD7CAE2}"/>
                    </a:ext>
                  </a:extLst>
                </p14:cNvPr>
                <p14:cNvContentPartPr/>
                <p14:nvPr/>
              </p14:nvContentPartPr>
              <p14:xfrm>
                <a:off x="3398040" y="6408272"/>
                <a:ext cx="38520" cy="1818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D1530DE-53A1-1B08-7E6E-AFAECFD7CAE2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3391920" y="6402152"/>
                  <a:ext cx="507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10C0EC6-1ECF-91DC-FDC4-84C36895D5A3}"/>
                    </a:ext>
                  </a:extLst>
                </p14:cNvPr>
                <p14:cNvContentPartPr/>
                <p14:nvPr/>
              </p14:nvContentPartPr>
              <p14:xfrm>
                <a:off x="3695400" y="6497552"/>
                <a:ext cx="360" cy="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10C0EC6-1ECF-91DC-FDC4-84C36895D5A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689280" y="649143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2C538A0-1144-73EA-C9F3-4A1D9B691A42}"/>
                    </a:ext>
                  </a:extLst>
                </p14:cNvPr>
                <p14:cNvContentPartPr/>
                <p14:nvPr/>
              </p14:nvContentPartPr>
              <p14:xfrm>
                <a:off x="3306600" y="6406832"/>
                <a:ext cx="39240" cy="133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2C538A0-1144-73EA-C9F3-4A1D9B691A4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300480" y="6400712"/>
                  <a:ext cx="514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2BA663C-9B7F-74B0-3456-731627D02093}"/>
                    </a:ext>
                  </a:extLst>
                </p14:cNvPr>
                <p14:cNvContentPartPr/>
                <p14:nvPr/>
              </p14:nvContentPartPr>
              <p14:xfrm>
                <a:off x="3304800" y="6440312"/>
                <a:ext cx="189360" cy="1310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2BA663C-9B7F-74B0-3456-731627D0209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298680" y="6434192"/>
                  <a:ext cx="2016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2A692A4-C1E4-146B-8806-704100852F4D}"/>
                    </a:ext>
                  </a:extLst>
                </p14:cNvPr>
                <p14:cNvContentPartPr/>
                <p14:nvPr/>
              </p14:nvContentPartPr>
              <p14:xfrm>
                <a:off x="3470040" y="6505112"/>
                <a:ext cx="32400" cy="1346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2A692A4-C1E4-146B-8806-704100852F4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463920" y="6498992"/>
                  <a:ext cx="446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6196350-8DCA-187C-A339-CEE5D8B33547}"/>
                    </a:ext>
                  </a:extLst>
                </p14:cNvPr>
                <p14:cNvContentPartPr/>
                <p14:nvPr/>
              </p14:nvContentPartPr>
              <p14:xfrm>
                <a:off x="3543480" y="6500792"/>
                <a:ext cx="72360" cy="1396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6196350-8DCA-187C-A339-CEE5D8B3354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537360" y="6494672"/>
                  <a:ext cx="846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8D1CFE1-9D6D-5F41-85B1-D108C88A1114}"/>
                    </a:ext>
                  </a:extLst>
                </p14:cNvPr>
                <p14:cNvContentPartPr/>
                <p14:nvPr/>
              </p14:nvContentPartPr>
              <p14:xfrm>
                <a:off x="3486240" y="6553712"/>
                <a:ext cx="110520" cy="284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8D1CFE1-9D6D-5F41-85B1-D108C88A111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480120" y="6547592"/>
                  <a:ext cx="1227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ACD0A1F-3CFA-3FC3-CEC3-2E4425FC0DD9}"/>
                    </a:ext>
                  </a:extLst>
                </p14:cNvPr>
                <p14:cNvContentPartPr/>
                <p14:nvPr/>
              </p14:nvContentPartPr>
              <p14:xfrm>
                <a:off x="3703680" y="6491072"/>
                <a:ext cx="48600" cy="1368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ACD0A1F-3CFA-3FC3-CEC3-2E4425FC0DD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697560" y="6484952"/>
                  <a:ext cx="608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088AC45-A6FF-7404-E053-00D6EBF84940}"/>
                    </a:ext>
                  </a:extLst>
                </p14:cNvPr>
                <p14:cNvContentPartPr/>
                <p14:nvPr/>
              </p14:nvContentPartPr>
              <p14:xfrm>
                <a:off x="3762000" y="6456512"/>
                <a:ext cx="77400" cy="1641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088AC45-A6FF-7404-E053-00D6EBF8494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755880" y="6450392"/>
                  <a:ext cx="896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DEFF129-354A-9612-0F28-0B8AA0992431}"/>
                    </a:ext>
                  </a:extLst>
                </p14:cNvPr>
                <p14:cNvContentPartPr/>
                <p14:nvPr/>
              </p14:nvContentPartPr>
              <p14:xfrm>
                <a:off x="3704400" y="6536432"/>
                <a:ext cx="117720" cy="237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DEFF129-354A-9612-0F28-0B8AA099243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698280" y="6530312"/>
                  <a:ext cx="129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F278133-891A-0C79-3514-94D5C173FD9A}"/>
                    </a:ext>
                  </a:extLst>
                </p14:cNvPr>
                <p14:cNvContentPartPr/>
                <p14:nvPr/>
              </p14:nvContentPartPr>
              <p14:xfrm>
                <a:off x="3966480" y="6560552"/>
                <a:ext cx="360" cy="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F278133-891A-0C79-3514-94D5C173FD9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960360" y="655443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8CC1011-95A8-9066-1C58-A035F69962A8}"/>
                    </a:ext>
                  </a:extLst>
                </p14:cNvPr>
                <p14:cNvContentPartPr/>
                <p14:nvPr/>
              </p14:nvContentPartPr>
              <p14:xfrm>
                <a:off x="4071240" y="6291272"/>
                <a:ext cx="360" cy="3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8CC1011-95A8-9066-1C58-A035F69962A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065120" y="628515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B6BB1F2-CA2A-DB76-1DD2-C30C9B34296E}"/>
                    </a:ext>
                  </a:extLst>
                </p14:cNvPr>
                <p14:cNvContentPartPr/>
                <p14:nvPr/>
              </p14:nvContentPartPr>
              <p14:xfrm>
                <a:off x="3865320" y="5829752"/>
                <a:ext cx="205560" cy="172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B6BB1F2-CA2A-DB76-1DD2-C30C9B34296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859200" y="5823632"/>
                  <a:ext cx="2178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48B74EB-1B47-2DA6-C19D-CEBC62ADFA50}"/>
                    </a:ext>
                  </a:extLst>
                </p14:cNvPr>
                <p14:cNvContentPartPr/>
                <p14:nvPr/>
              </p14:nvContentPartPr>
              <p14:xfrm>
                <a:off x="3939480" y="5856032"/>
                <a:ext cx="55440" cy="1627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48B74EB-1B47-2DA6-C19D-CEBC62ADFA5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933360" y="5849912"/>
                  <a:ext cx="676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4A08418-30C5-1D70-739B-15071E8165AE}"/>
                    </a:ext>
                  </a:extLst>
                </p14:cNvPr>
                <p14:cNvContentPartPr/>
                <p14:nvPr/>
              </p14:nvContentPartPr>
              <p14:xfrm>
                <a:off x="4122000" y="5939192"/>
                <a:ext cx="360" cy="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4A08418-30C5-1D70-739B-15071E8165A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15880" y="593307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CEDE71F-3F1D-D11F-7413-3CC6CCEA42D7}"/>
                    </a:ext>
                  </a:extLst>
                </p14:cNvPr>
                <p14:cNvContentPartPr/>
                <p14:nvPr/>
              </p14:nvContentPartPr>
              <p14:xfrm>
                <a:off x="3957840" y="5366072"/>
                <a:ext cx="95760" cy="218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CEDE71F-3F1D-D11F-7413-3CC6CCEA42D7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3951720" y="5359952"/>
                  <a:ext cx="1080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04F53AA-1F69-47C8-C5E0-1B670A6B28CF}"/>
                    </a:ext>
                  </a:extLst>
                </p14:cNvPr>
                <p14:cNvContentPartPr/>
                <p14:nvPr/>
              </p14:nvContentPartPr>
              <p14:xfrm>
                <a:off x="4081320" y="5356712"/>
                <a:ext cx="109440" cy="259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04F53AA-1F69-47C8-C5E0-1B670A6B28CF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075200" y="5350592"/>
                  <a:ext cx="1216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089FD1C-912D-70EB-59FA-4EDE8D266070}"/>
                    </a:ext>
                  </a:extLst>
                </p14:cNvPr>
                <p14:cNvContentPartPr/>
                <p14:nvPr/>
              </p14:nvContentPartPr>
              <p14:xfrm>
                <a:off x="3983760" y="5489552"/>
                <a:ext cx="176400" cy="280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089FD1C-912D-70EB-59FA-4EDE8D266070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977640" y="5483432"/>
                  <a:ext cx="188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71E023E-9E99-0955-C3FF-1C87DA88D246}"/>
                    </a:ext>
                  </a:extLst>
                </p14:cNvPr>
                <p14:cNvContentPartPr/>
                <p14:nvPr/>
              </p14:nvContentPartPr>
              <p14:xfrm>
                <a:off x="4291920" y="5598992"/>
                <a:ext cx="360" cy="3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71E023E-9E99-0955-C3FF-1C87DA88D24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85800" y="559287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C3AE41C-EE2A-D8D5-A4F3-16BCDF0C9F7B}"/>
                    </a:ext>
                  </a:extLst>
                </p14:cNvPr>
                <p14:cNvContentPartPr/>
                <p14:nvPr/>
              </p14:nvContentPartPr>
              <p14:xfrm>
                <a:off x="3292920" y="4110392"/>
                <a:ext cx="297360" cy="187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C3AE41C-EE2A-D8D5-A4F3-16BCDF0C9F7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286800" y="4104272"/>
                  <a:ext cx="3096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56B9877-7587-5236-EA72-C11D1F6C1CC0}"/>
                    </a:ext>
                  </a:extLst>
                </p14:cNvPr>
                <p14:cNvContentPartPr/>
                <p14:nvPr/>
              </p14:nvContentPartPr>
              <p14:xfrm>
                <a:off x="3388320" y="4144952"/>
                <a:ext cx="64800" cy="294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56B9877-7587-5236-EA72-C11D1F6C1CC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382200" y="4138832"/>
                  <a:ext cx="770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5850DA7-CCC6-F996-AF25-6301587C1BB8}"/>
                    </a:ext>
                  </a:extLst>
                </p14:cNvPr>
                <p14:cNvContentPartPr/>
                <p14:nvPr/>
              </p14:nvContentPartPr>
              <p14:xfrm>
                <a:off x="3715200" y="4111112"/>
                <a:ext cx="309960" cy="29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5850DA7-CCC6-F996-AF25-6301587C1BB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709080" y="4104992"/>
                  <a:ext cx="3222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AEFB65D-0F20-3584-336D-F99467499E60}"/>
                    </a:ext>
                  </a:extLst>
                </p14:cNvPr>
                <p14:cNvContentPartPr/>
                <p14:nvPr/>
              </p14:nvContentPartPr>
              <p14:xfrm>
                <a:off x="3783240" y="4128032"/>
                <a:ext cx="63000" cy="276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AEFB65D-0F20-3584-336D-F99467499E6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777120" y="4121912"/>
                  <a:ext cx="752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6BBFEDC-2701-4987-3664-4C0E213D6E96}"/>
                    </a:ext>
                  </a:extLst>
                </p14:cNvPr>
                <p14:cNvContentPartPr/>
                <p14:nvPr/>
              </p14:nvContentPartPr>
              <p14:xfrm>
                <a:off x="4084920" y="4122992"/>
                <a:ext cx="278640" cy="11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6BBFEDC-2701-4987-3664-4C0E213D6E9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078800" y="4116872"/>
                  <a:ext cx="290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DF14607-DF97-7D71-7BE6-BAA654C48269}"/>
                    </a:ext>
                  </a:extLst>
                </p14:cNvPr>
                <p14:cNvContentPartPr/>
                <p14:nvPr/>
              </p14:nvContentPartPr>
              <p14:xfrm>
                <a:off x="4190400" y="4114352"/>
                <a:ext cx="61200" cy="3088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DF14607-DF97-7D71-7BE6-BAA654C4826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184280" y="4108232"/>
                  <a:ext cx="7344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EB9058B-194C-E53D-2B00-07805E39B962}"/>
                    </a:ext>
                  </a:extLst>
                </p14:cNvPr>
                <p14:cNvContentPartPr/>
                <p14:nvPr/>
              </p14:nvContentPartPr>
              <p14:xfrm>
                <a:off x="3225600" y="4532672"/>
                <a:ext cx="341280" cy="18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EB9058B-194C-E53D-2B00-07805E39B96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219480" y="4526552"/>
                  <a:ext cx="3535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84F6178-7BA9-7034-5E5A-1F7B26DE97D7}"/>
                    </a:ext>
                  </a:extLst>
                </p14:cNvPr>
                <p14:cNvContentPartPr/>
                <p14:nvPr/>
              </p14:nvContentPartPr>
              <p14:xfrm>
                <a:off x="3357720" y="4543472"/>
                <a:ext cx="51840" cy="1962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84F6178-7BA9-7034-5E5A-1F7B26DE97D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351600" y="4537352"/>
                  <a:ext cx="640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FA84F66-CD3D-0BE7-D2A2-9071552383B7}"/>
                    </a:ext>
                  </a:extLst>
                </p14:cNvPr>
                <p14:cNvContentPartPr/>
                <p14:nvPr/>
              </p14:nvContentPartPr>
              <p14:xfrm>
                <a:off x="3672720" y="4578032"/>
                <a:ext cx="203760" cy="15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FA84F66-CD3D-0BE7-D2A2-9071552383B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666600" y="4571912"/>
                  <a:ext cx="2160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9D3C5DB-E631-6591-0A51-447B0FD24632}"/>
                    </a:ext>
                  </a:extLst>
                </p14:cNvPr>
                <p14:cNvContentPartPr/>
                <p14:nvPr/>
              </p14:nvContentPartPr>
              <p14:xfrm>
                <a:off x="3742200" y="4554992"/>
                <a:ext cx="35640" cy="213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9D3C5DB-E631-6591-0A51-447B0FD24632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736080" y="4548872"/>
                  <a:ext cx="478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6D7FA0D-7674-63C8-5B64-67D1F9471B00}"/>
                    </a:ext>
                  </a:extLst>
                </p14:cNvPr>
                <p14:cNvContentPartPr/>
                <p14:nvPr/>
              </p14:nvContentPartPr>
              <p14:xfrm>
                <a:off x="4065120" y="4559672"/>
                <a:ext cx="37080" cy="220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6D7FA0D-7674-63C8-5B64-67D1F9471B0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059000" y="4553552"/>
                  <a:ext cx="493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E8EE307-BAEA-3E31-B59C-ACD30588D43A}"/>
                    </a:ext>
                  </a:extLst>
                </p14:cNvPr>
                <p14:cNvContentPartPr/>
                <p14:nvPr/>
              </p14:nvContentPartPr>
              <p14:xfrm>
                <a:off x="4179960" y="4598192"/>
                <a:ext cx="84960" cy="2113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E8EE307-BAEA-3E31-B59C-ACD30588D43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173840" y="4592072"/>
                  <a:ext cx="972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E0B6FFA-E96C-1A64-0ACD-913E54A962E7}"/>
                    </a:ext>
                  </a:extLst>
                </p14:cNvPr>
                <p14:cNvContentPartPr/>
                <p14:nvPr/>
              </p14:nvContentPartPr>
              <p14:xfrm>
                <a:off x="4072680" y="4677032"/>
                <a:ext cx="206280" cy="24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E0B6FFA-E96C-1A64-0ACD-913E54A962E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066560" y="4670912"/>
                  <a:ext cx="218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7276438-4727-2843-C041-A1715424C553}"/>
                    </a:ext>
                  </a:extLst>
                </p14:cNvPr>
                <p14:cNvContentPartPr/>
                <p14:nvPr/>
              </p14:nvContentPartPr>
              <p14:xfrm>
                <a:off x="3161520" y="4880432"/>
                <a:ext cx="273240" cy="100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7276438-4727-2843-C041-A1715424C55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155400" y="4874312"/>
                  <a:ext cx="2854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864A7C7-FDFC-B59B-CA1E-6E49DB11D075}"/>
                    </a:ext>
                  </a:extLst>
                </p14:cNvPr>
                <p14:cNvContentPartPr/>
                <p14:nvPr/>
              </p14:nvContentPartPr>
              <p14:xfrm>
                <a:off x="3234240" y="4864952"/>
                <a:ext cx="55800" cy="225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864A7C7-FDFC-B59B-CA1E-6E49DB11D07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228120" y="4858832"/>
                  <a:ext cx="680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642E6EC-3B33-F100-1BD5-22B85434C436}"/>
                    </a:ext>
                  </a:extLst>
                </p14:cNvPr>
                <p14:cNvContentPartPr/>
                <p14:nvPr/>
              </p14:nvContentPartPr>
              <p14:xfrm>
                <a:off x="3610080" y="4918232"/>
                <a:ext cx="36720" cy="158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642E6EC-3B33-F100-1BD5-22B85434C43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603960" y="4912112"/>
                  <a:ext cx="489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7FC6E8F-E825-5AFE-5FD3-76C902E304B1}"/>
                    </a:ext>
                  </a:extLst>
                </p14:cNvPr>
                <p14:cNvContentPartPr/>
                <p14:nvPr/>
              </p14:nvContentPartPr>
              <p14:xfrm>
                <a:off x="3691440" y="4909232"/>
                <a:ext cx="83880" cy="218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7FC6E8F-E825-5AFE-5FD3-76C902E304B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685320" y="4903112"/>
                  <a:ext cx="961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6C15200-BB85-FBCC-C1AA-5C2580C429D1}"/>
                    </a:ext>
                  </a:extLst>
                </p14:cNvPr>
                <p14:cNvContentPartPr/>
                <p14:nvPr/>
              </p14:nvContentPartPr>
              <p14:xfrm>
                <a:off x="3590280" y="4997432"/>
                <a:ext cx="167040" cy="115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6C15200-BB85-FBCC-C1AA-5C2580C429D1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584160" y="4991312"/>
                  <a:ext cx="1792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D0C2264-F893-8099-7671-5B093A6CBC37}"/>
                    </a:ext>
                  </a:extLst>
                </p14:cNvPr>
                <p14:cNvContentPartPr/>
                <p14:nvPr/>
              </p14:nvContentPartPr>
              <p14:xfrm>
                <a:off x="3978360" y="4948112"/>
                <a:ext cx="235800" cy="97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D0C2264-F893-8099-7671-5B093A6CBC3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972240" y="4941992"/>
                  <a:ext cx="2480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D634987-3CBD-0830-7B25-DC1B000CF1A5}"/>
                    </a:ext>
                  </a:extLst>
                </p14:cNvPr>
                <p14:cNvContentPartPr/>
                <p14:nvPr/>
              </p14:nvContentPartPr>
              <p14:xfrm>
                <a:off x="4052520" y="4924712"/>
                <a:ext cx="41760" cy="207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D634987-3CBD-0830-7B25-DC1B000CF1A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046400" y="4918592"/>
                  <a:ext cx="540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233E835-4F2A-BDC4-53AE-A33D0DD7AC59}"/>
                    </a:ext>
                  </a:extLst>
                </p14:cNvPr>
                <p14:cNvContentPartPr/>
                <p14:nvPr/>
              </p14:nvContentPartPr>
              <p14:xfrm>
                <a:off x="4310640" y="5093912"/>
                <a:ext cx="360" cy="3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233E835-4F2A-BDC4-53AE-A33D0DD7AC5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304520" y="508779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F16820A-9555-B8A7-23AB-FA7FA7A407B4}"/>
                    </a:ext>
                  </a:extLst>
                </p14:cNvPr>
                <p14:cNvContentPartPr/>
                <p14:nvPr/>
              </p14:nvContentPartPr>
              <p14:xfrm>
                <a:off x="4384800" y="4779632"/>
                <a:ext cx="360" cy="3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F16820A-9555-B8A7-23AB-FA7FA7A407B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378680" y="477351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86A512C-B743-E548-6EC4-93EEC197AD4B}"/>
                    </a:ext>
                  </a:extLst>
                </p14:cNvPr>
                <p14:cNvContentPartPr/>
                <p14:nvPr/>
              </p14:nvContentPartPr>
              <p14:xfrm>
                <a:off x="4445640" y="4319192"/>
                <a:ext cx="2160" cy="54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86A512C-B743-E548-6EC4-93EEC197AD4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439520" y="4313072"/>
                  <a:ext cx="1440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EDB3EE5-E27B-4EF0-AFE5-A5EB650C771F}"/>
                    </a:ext>
                  </a:extLst>
                </p14:cNvPr>
                <p14:cNvContentPartPr/>
                <p14:nvPr/>
              </p14:nvContentPartPr>
              <p14:xfrm>
                <a:off x="3408120" y="3681992"/>
                <a:ext cx="78840" cy="2959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EDB3EE5-E27B-4EF0-AFE5-A5EB650C771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402000" y="3675872"/>
                  <a:ext cx="910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B4FD054-F653-45E7-433E-F10B99AD37D5}"/>
                    </a:ext>
                  </a:extLst>
                </p14:cNvPr>
                <p14:cNvContentPartPr/>
                <p14:nvPr/>
              </p14:nvContentPartPr>
              <p14:xfrm>
                <a:off x="3583080" y="3678392"/>
                <a:ext cx="57240" cy="2653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B4FD054-F653-45E7-433E-F10B99AD37D5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576960" y="3672272"/>
                  <a:ext cx="694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497ECE3-9F8A-CDEF-FEEE-00C9A29ADBE8}"/>
                    </a:ext>
                  </a:extLst>
                </p14:cNvPr>
                <p14:cNvContentPartPr/>
                <p14:nvPr/>
              </p14:nvContentPartPr>
              <p14:xfrm>
                <a:off x="3398400" y="3805112"/>
                <a:ext cx="247680" cy="104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497ECE3-9F8A-CDEF-FEEE-00C9A29ADBE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392280" y="3798992"/>
                  <a:ext cx="2599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CE5BEDC-CE5C-EB35-E277-69BDC22F1320}"/>
                    </a:ext>
                  </a:extLst>
                </p14:cNvPr>
                <p14:cNvContentPartPr/>
                <p14:nvPr/>
              </p14:nvContentPartPr>
              <p14:xfrm>
                <a:off x="3817440" y="3665072"/>
                <a:ext cx="57960" cy="2678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CE5BEDC-CE5C-EB35-E277-69BDC22F132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811320" y="3658952"/>
                  <a:ext cx="702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F985006-F9F7-BCAF-ECE3-BAFF90FBA76F}"/>
                    </a:ext>
                  </a:extLst>
                </p14:cNvPr>
                <p14:cNvContentPartPr/>
                <p14:nvPr/>
              </p14:nvContentPartPr>
              <p14:xfrm>
                <a:off x="3954960" y="3584072"/>
                <a:ext cx="104040" cy="3063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F985006-F9F7-BCAF-ECE3-BAFF90FBA76F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948840" y="3577952"/>
                  <a:ext cx="116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D03984C-94DC-5530-0F18-6278CA6ED533}"/>
                    </a:ext>
                  </a:extLst>
                </p14:cNvPr>
                <p14:cNvContentPartPr/>
                <p14:nvPr/>
              </p14:nvContentPartPr>
              <p14:xfrm>
                <a:off x="3796920" y="3737072"/>
                <a:ext cx="286200" cy="392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D03984C-94DC-5530-0F18-6278CA6ED533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790800" y="3730952"/>
                  <a:ext cx="2984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C6C4BE3-E3A9-6F2C-2A52-1ED744DF2207}"/>
                    </a:ext>
                  </a:extLst>
                </p14:cNvPr>
                <p14:cNvContentPartPr/>
                <p14:nvPr/>
              </p14:nvContentPartPr>
              <p14:xfrm>
                <a:off x="4229640" y="3639872"/>
                <a:ext cx="203040" cy="522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C6C4BE3-E3A9-6F2C-2A52-1ED744DF2207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223520" y="3633752"/>
                  <a:ext cx="2152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7835F66-E5D8-EF09-9696-2762F87E1A2C}"/>
                    </a:ext>
                  </a:extLst>
                </p14:cNvPr>
                <p14:cNvContentPartPr/>
                <p14:nvPr/>
              </p14:nvContentPartPr>
              <p14:xfrm>
                <a:off x="4313520" y="3637352"/>
                <a:ext cx="35640" cy="3171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7835F66-E5D8-EF09-9696-2762F87E1A2C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307400" y="3631232"/>
                  <a:ext cx="478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389F1A3-0E7E-7B20-08F0-740A3C0A2BBA}"/>
                    </a:ext>
                  </a:extLst>
                </p14:cNvPr>
                <p14:cNvContentPartPr/>
                <p14:nvPr/>
              </p14:nvContentPartPr>
              <p14:xfrm>
                <a:off x="2926440" y="4015712"/>
                <a:ext cx="1867680" cy="5068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389F1A3-0E7E-7B20-08F0-740A3C0A2BBA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2920320" y="4009592"/>
                  <a:ext cx="187992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C630A2B-1AE1-B57B-FAC7-70D4CC23197D}"/>
                    </a:ext>
                  </a:extLst>
                </p14:cNvPr>
                <p14:cNvContentPartPr/>
                <p14:nvPr/>
              </p14:nvContentPartPr>
              <p14:xfrm>
                <a:off x="4015080" y="489872"/>
                <a:ext cx="37080" cy="2282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C630A2B-1AE1-B57B-FAC7-70D4CC23197D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008960" y="483752"/>
                  <a:ext cx="493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03EC094-9B33-B695-7EB7-206AC7E81C73}"/>
                    </a:ext>
                  </a:extLst>
                </p14:cNvPr>
                <p14:cNvContentPartPr/>
                <p14:nvPr/>
              </p14:nvContentPartPr>
              <p14:xfrm>
                <a:off x="4050720" y="509672"/>
                <a:ext cx="271800" cy="4489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03EC094-9B33-B695-7EB7-206AC7E81C73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044600" y="503552"/>
                  <a:ext cx="28404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497E0AE-D87F-8169-59F8-BB60BD7F65A9}"/>
                    </a:ext>
                  </a:extLst>
                </p14:cNvPr>
                <p14:cNvContentPartPr/>
                <p14:nvPr/>
              </p14:nvContentPartPr>
              <p14:xfrm>
                <a:off x="4168080" y="706232"/>
                <a:ext cx="317880" cy="3438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497E0AE-D87F-8169-59F8-BB60BD7F65A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161960" y="700112"/>
                  <a:ext cx="3301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E4FD319-4E53-E389-DC72-80FE8822F541}"/>
                    </a:ext>
                  </a:extLst>
                </p14:cNvPr>
                <p14:cNvContentPartPr/>
                <p14:nvPr/>
              </p14:nvContentPartPr>
              <p14:xfrm>
                <a:off x="1189080" y="118712"/>
                <a:ext cx="38520" cy="2689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E4FD319-4E53-E389-DC72-80FE8822F54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182960" y="112592"/>
                  <a:ext cx="507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CEECEDF-7151-BA8C-8949-B595DDBD4D85}"/>
                    </a:ext>
                  </a:extLst>
                </p14:cNvPr>
                <p14:cNvContentPartPr/>
                <p14:nvPr/>
              </p14:nvContentPartPr>
              <p14:xfrm>
                <a:off x="1213200" y="148952"/>
                <a:ext cx="320400" cy="3942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CEECEDF-7151-BA8C-8949-B595DDBD4D85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207080" y="142832"/>
                  <a:ext cx="33264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D8BC9F6-3793-D29F-F6EA-3B5D43DF501D}"/>
                    </a:ext>
                  </a:extLst>
                </p14:cNvPr>
                <p14:cNvContentPartPr/>
                <p14:nvPr/>
              </p14:nvContentPartPr>
              <p14:xfrm>
                <a:off x="1537560" y="270992"/>
                <a:ext cx="275040" cy="2012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D8BC9F6-3793-D29F-F6EA-3B5D43DF501D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531440" y="264872"/>
                  <a:ext cx="2872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0744B7F-47DA-6B16-8E0B-CE06BE2226F6}"/>
                    </a:ext>
                  </a:extLst>
                </p14:cNvPr>
                <p14:cNvContentPartPr/>
                <p14:nvPr/>
              </p14:nvContentPartPr>
              <p14:xfrm>
                <a:off x="1948320" y="228451"/>
                <a:ext cx="1813320" cy="33127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0744B7F-47DA-6B16-8E0B-CE06BE2226F6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942200" y="222331"/>
                  <a:ext cx="1825560" cy="332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6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47410094-6359-7051-71A3-80993A39CEE5}"/>
                  </a:ext>
                </a:extLst>
              </p14:cNvPr>
              <p14:cNvContentPartPr/>
              <p14:nvPr/>
            </p14:nvContentPartPr>
            <p14:xfrm>
              <a:off x="6633000" y="5819251"/>
              <a:ext cx="78840" cy="81756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47410094-6359-7051-71A3-80993A39CEE5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6626880" y="5813131"/>
                <a:ext cx="91080" cy="82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8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9C1094F6-633F-A9F6-4300-C8D2E4C41FB5}"/>
                  </a:ext>
                </a:extLst>
              </p14:cNvPr>
              <p14:cNvContentPartPr/>
              <p14:nvPr/>
            </p14:nvContentPartPr>
            <p14:xfrm>
              <a:off x="7480440" y="6071251"/>
              <a:ext cx="543240" cy="5616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9C1094F6-633F-A9F6-4300-C8D2E4C41FB5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7474320" y="6065131"/>
                <a:ext cx="555480" cy="6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2849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A4A2AE0-5EB3-73D4-97B4-81D9F20C73E4}"/>
                  </a:ext>
                </a:extLst>
              </p14:cNvPr>
              <p14:cNvContentPartPr/>
              <p14:nvPr/>
            </p14:nvContentPartPr>
            <p14:xfrm>
              <a:off x="11376720" y="5649032"/>
              <a:ext cx="720" cy="5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A4A2AE0-5EB3-73D4-97B4-81D9F20C73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70600" y="5642912"/>
                <a:ext cx="1296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69ED1F40-6202-9446-18CD-5965430830AE}"/>
                  </a:ext>
                </a:extLst>
              </p14:cNvPr>
              <p14:cNvContentPartPr/>
              <p14:nvPr/>
            </p14:nvContentPartPr>
            <p14:xfrm>
              <a:off x="1380240" y="735032"/>
              <a:ext cx="1013040" cy="35064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69ED1F40-6202-9446-18CD-5965430830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74120" y="728912"/>
                <a:ext cx="102528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FCA36DE2-8819-4CF3-34D9-51C98B44EC91}"/>
                  </a:ext>
                </a:extLst>
              </p14:cNvPr>
              <p14:cNvContentPartPr/>
              <p14:nvPr/>
            </p14:nvContentPartPr>
            <p14:xfrm>
              <a:off x="3098880" y="1506152"/>
              <a:ext cx="1243800" cy="117036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FCA36DE2-8819-4CF3-34D9-51C98B44EC9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92760" y="1500032"/>
                <a:ext cx="1256040" cy="118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65E063FC-B970-5610-17DC-65C6B0AF936E}"/>
              </a:ext>
            </a:extLst>
          </p:cNvPr>
          <p:cNvGrpSpPr/>
          <p:nvPr/>
        </p:nvGrpSpPr>
        <p:grpSpPr>
          <a:xfrm>
            <a:off x="249120" y="50672"/>
            <a:ext cx="4639680" cy="4896000"/>
            <a:chOff x="249120" y="50672"/>
            <a:chExt cx="4639680" cy="48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F6881EC-EB36-FC76-0703-098097961ECD}"/>
                    </a:ext>
                  </a:extLst>
                </p14:cNvPr>
                <p14:cNvContentPartPr/>
                <p14:nvPr/>
              </p14:nvContentPartPr>
              <p14:xfrm>
                <a:off x="3098880" y="3977912"/>
                <a:ext cx="77400" cy="351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F6881EC-EB36-FC76-0703-098097961EC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92760" y="3971792"/>
                  <a:ext cx="896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6D992F6-D12A-9F33-B69C-A8883AE021FF}"/>
                    </a:ext>
                  </a:extLst>
                </p14:cNvPr>
                <p14:cNvContentPartPr/>
                <p14:nvPr/>
              </p14:nvContentPartPr>
              <p14:xfrm>
                <a:off x="3293280" y="3935792"/>
                <a:ext cx="94680" cy="3924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6D992F6-D12A-9F33-B69C-A8883AE021F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87160" y="3929672"/>
                  <a:ext cx="10692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D7BFA23-E9F5-9FB8-DB76-04EC41314ED4}"/>
                    </a:ext>
                  </a:extLst>
                </p14:cNvPr>
                <p14:cNvContentPartPr/>
                <p14:nvPr/>
              </p14:nvContentPartPr>
              <p14:xfrm>
                <a:off x="3135240" y="4119392"/>
                <a:ext cx="207000" cy="25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D7BFA23-E9F5-9FB8-DB76-04EC41314ED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29120" y="4113272"/>
                  <a:ext cx="21924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F21134A-E74E-8AA0-2A62-C3CC0368FB94}"/>
                    </a:ext>
                  </a:extLst>
                </p14:cNvPr>
                <p14:cNvContentPartPr/>
                <p14:nvPr/>
              </p14:nvContentPartPr>
              <p14:xfrm>
                <a:off x="3899160" y="3888992"/>
                <a:ext cx="62280" cy="3261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F21134A-E74E-8AA0-2A62-C3CC0368FB9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93040" y="3882872"/>
                  <a:ext cx="745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23596FC-7D8C-C319-97A0-196012678C9B}"/>
                    </a:ext>
                  </a:extLst>
                </p14:cNvPr>
                <p14:cNvContentPartPr/>
                <p14:nvPr/>
              </p14:nvContentPartPr>
              <p14:xfrm>
                <a:off x="4065840" y="3833912"/>
                <a:ext cx="97560" cy="4107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23596FC-7D8C-C319-97A0-196012678C9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59720" y="3827792"/>
                  <a:ext cx="10980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B1629A0-5244-8AFF-45B8-23EEAF01AE28}"/>
                    </a:ext>
                  </a:extLst>
                </p14:cNvPr>
                <p14:cNvContentPartPr/>
                <p14:nvPr/>
              </p14:nvContentPartPr>
              <p14:xfrm>
                <a:off x="3913200" y="4017512"/>
                <a:ext cx="284040" cy="8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B1629A0-5244-8AFF-45B8-23EEAF01AE2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07080" y="4011392"/>
                  <a:ext cx="2962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A3F940C-328F-07FC-226B-D6B135EC3476}"/>
                    </a:ext>
                  </a:extLst>
                </p14:cNvPr>
                <p14:cNvContentPartPr/>
                <p14:nvPr/>
              </p14:nvContentPartPr>
              <p14:xfrm>
                <a:off x="4418640" y="3881432"/>
                <a:ext cx="470160" cy="327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A3F940C-328F-07FC-226B-D6B135EC347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12520" y="3875312"/>
                  <a:ext cx="4824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12C81C6-7769-160F-1604-85EB60E44C3F}"/>
                    </a:ext>
                  </a:extLst>
                </p14:cNvPr>
                <p14:cNvContentPartPr/>
                <p14:nvPr/>
              </p14:nvContentPartPr>
              <p14:xfrm>
                <a:off x="4623840" y="3874592"/>
                <a:ext cx="76680" cy="369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12C81C6-7769-160F-1604-85EB60E44C3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17720" y="3868472"/>
                  <a:ext cx="8892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49DE12C-8110-22B5-22FE-8DDC3F067CD5}"/>
                    </a:ext>
                  </a:extLst>
                </p14:cNvPr>
                <p14:cNvContentPartPr/>
                <p14:nvPr/>
              </p14:nvContentPartPr>
              <p14:xfrm>
                <a:off x="3008520" y="4548872"/>
                <a:ext cx="96840" cy="3495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49DE12C-8110-22B5-22FE-8DDC3F067CD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02400" y="4542752"/>
                  <a:ext cx="1090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D305765-3A1B-EBA2-D2E0-B82728E74E9E}"/>
                    </a:ext>
                  </a:extLst>
                </p14:cNvPr>
                <p14:cNvContentPartPr/>
                <p14:nvPr/>
              </p14:nvContentPartPr>
              <p14:xfrm>
                <a:off x="3161880" y="4520792"/>
                <a:ext cx="112680" cy="4240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D305765-3A1B-EBA2-D2E0-B82728E74E9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55760" y="4514672"/>
                  <a:ext cx="12492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6F12BCD-4384-C098-066B-8F65CAD33CF9}"/>
                    </a:ext>
                  </a:extLst>
                </p14:cNvPr>
                <p14:cNvContentPartPr/>
                <p14:nvPr/>
              </p14:nvContentPartPr>
              <p14:xfrm>
                <a:off x="2995560" y="4681712"/>
                <a:ext cx="313560" cy="162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6F12BCD-4384-C098-066B-8F65CAD33CF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89440" y="4675592"/>
                  <a:ext cx="3258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FF169C4-6941-7750-6473-94BEA747C5AD}"/>
                    </a:ext>
                  </a:extLst>
                </p14:cNvPr>
                <p14:cNvContentPartPr/>
                <p14:nvPr/>
              </p14:nvContentPartPr>
              <p14:xfrm>
                <a:off x="3694320" y="4598552"/>
                <a:ext cx="74880" cy="3081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FF169C4-6941-7750-6473-94BEA747C5A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688200" y="4592432"/>
                  <a:ext cx="871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60C9298-7DDC-E5DC-2B50-196753186E61}"/>
                    </a:ext>
                  </a:extLst>
                </p14:cNvPr>
                <p14:cNvContentPartPr/>
                <p14:nvPr/>
              </p14:nvContentPartPr>
              <p14:xfrm>
                <a:off x="3892320" y="4459952"/>
                <a:ext cx="111600" cy="4867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60C9298-7DDC-E5DC-2B50-196753186E6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86200" y="4453832"/>
                  <a:ext cx="12384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2B91ECF-FA30-DAFF-338B-ECF2D57B2C56}"/>
                    </a:ext>
                  </a:extLst>
                </p14:cNvPr>
                <p14:cNvContentPartPr/>
                <p14:nvPr/>
              </p14:nvContentPartPr>
              <p14:xfrm>
                <a:off x="3713760" y="4743272"/>
                <a:ext cx="325080" cy="208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2B91ECF-FA30-DAFF-338B-ECF2D57B2C5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07640" y="4737152"/>
                  <a:ext cx="3373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2D325AB-AF6B-E889-7A05-30D51C04F9B7}"/>
                    </a:ext>
                  </a:extLst>
                </p14:cNvPr>
                <p14:cNvContentPartPr/>
                <p14:nvPr/>
              </p14:nvContentPartPr>
              <p14:xfrm>
                <a:off x="4355280" y="4471112"/>
                <a:ext cx="69840" cy="3628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2D325AB-AF6B-E889-7A05-30D51C04F9B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49160" y="4464992"/>
                  <a:ext cx="8208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A282F42-05B6-1252-5D58-2A52E2A2988E}"/>
                    </a:ext>
                  </a:extLst>
                </p14:cNvPr>
                <p14:cNvContentPartPr/>
                <p14:nvPr/>
              </p14:nvContentPartPr>
              <p14:xfrm>
                <a:off x="4564440" y="4435472"/>
                <a:ext cx="121320" cy="3981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A282F42-05B6-1252-5D58-2A52E2A2988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58320" y="4429352"/>
                  <a:ext cx="13356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4CB9E59-7209-0F31-1BF7-DF0C163F6ACE}"/>
                    </a:ext>
                  </a:extLst>
                </p14:cNvPr>
                <p14:cNvContentPartPr/>
                <p14:nvPr/>
              </p14:nvContentPartPr>
              <p14:xfrm>
                <a:off x="4342680" y="4610792"/>
                <a:ext cx="311040" cy="118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4CB9E59-7209-0F31-1BF7-DF0C163F6AC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36560" y="4604672"/>
                  <a:ext cx="3232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25D51AE-451E-B3F0-4B11-3AF478F50E58}"/>
                    </a:ext>
                  </a:extLst>
                </p14:cNvPr>
                <p14:cNvContentPartPr/>
                <p14:nvPr/>
              </p14:nvContentPartPr>
              <p14:xfrm>
                <a:off x="3376080" y="2732312"/>
                <a:ext cx="52920" cy="3524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25D51AE-451E-B3F0-4B11-3AF478F50E5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69960" y="2726192"/>
                  <a:ext cx="6516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6B40CE6-120B-6616-505D-D694C4D0DBC6}"/>
                    </a:ext>
                  </a:extLst>
                </p14:cNvPr>
                <p14:cNvContentPartPr/>
                <p14:nvPr/>
              </p14:nvContentPartPr>
              <p14:xfrm>
                <a:off x="3462480" y="2748152"/>
                <a:ext cx="109800" cy="314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6B40CE6-120B-6616-505D-D694C4D0DBC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56360" y="2742032"/>
                  <a:ext cx="12204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0849046-43A0-B25C-1B51-0A50E0114D18}"/>
                    </a:ext>
                  </a:extLst>
                </p14:cNvPr>
                <p14:cNvContentPartPr/>
                <p14:nvPr/>
              </p14:nvContentPartPr>
              <p14:xfrm>
                <a:off x="3373560" y="2913032"/>
                <a:ext cx="229680" cy="129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0849046-43A0-B25C-1B51-0A50E0114D1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367440" y="2906912"/>
                  <a:ext cx="241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AE48E60-C46C-5C45-C981-9DF1A650D0E3}"/>
                    </a:ext>
                  </a:extLst>
                </p14:cNvPr>
                <p14:cNvContentPartPr/>
                <p14:nvPr/>
              </p14:nvContentPartPr>
              <p14:xfrm>
                <a:off x="3894480" y="2688392"/>
                <a:ext cx="318600" cy="35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AE48E60-C46C-5C45-C981-9DF1A650D0E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88360" y="2682272"/>
                  <a:ext cx="3308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A2F2D17-8943-ABB8-EBAD-171F39F5C7C3}"/>
                    </a:ext>
                  </a:extLst>
                </p14:cNvPr>
                <p14:cNvContentPartPr/>
                <p14:nvPr/>
              </p14:nvContentPartPr>
              <p14:xfrm>
                <a:off x="3995640" y="2682272"/>
                <a:ext cx="56520" cy="372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A2F2D17-8943-ABB8-EBAD-171F39F5C7C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89520" y="2676152"/>
                  <a:ext cx="687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BEB828C-F7CD-9513-1428-E0BD0ACAAB2D}"/>
                    </a:ext>
                  </a:extLst>
                </p14:cNvPr>
                <p14:cNvContentPartPr/>
                <p14:nvPr/>
              </p14:nvContentPartPr>
              <p14:xfrm>
                <a:off x="4453200" y="2689472"/>
                <a:ext cx="326160" cy="23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BEB828C-F7CD-9513-1428-E0BD0ACAAB2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47080" y="2683352"/>
                  <a:ext cx="3384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DA93D02-CAB3-D9C5-2C28-C40FDA362398}"/>
                    </a:ext>
                  </a:extLst>
                </p14:cNvPr>
                <p14:cNvContentPartPr/>
                <p14:nvPr/>
              </p14:nvContentPartPr>
              <p14:xfrm>
                <a:off x="4578480" y="2667512"/>
                <a:ext cx="81360" cy="384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DA93D02-CAB3-D9C5-2C28-C40FDA36239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72360" y="2661392"/>
                  <a:ext cx="9360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01B8140-ECCA-DAAB-110C-808A5D911F3F}"/>
                    </a:ext>
                  </a:extLst>
                </p14:cNvPr>
                <p14:cNvContentPartPr/>
                <p14:nvPr/>
              </p14:nvContentPartPr>
              <p14:xfrm>
                <a:off x="3214440" y="3315152"/>
                <a:ext cx="42120" cy="3200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01B8140-ECCA-DAAB-110C-808A5D911F3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08320" y="3309032"/>
                  <a:ext cx="543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BD2D2AD-B3C2-9833-0932-96BB1B0F56F0}"/>
                    </a:ext>
                  </a:extLst>
                </p14:cNvPr>
                <p14:cNvContentPartPr/>
                <p14:nvPr/>
              </p14:nvContentPartPr>
              <p14:xfrm>
                <a:off x="3366720" y="3240992"/>
                <a:ext cx="81360" cy="4147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BD2D2AD-B3C2-9833-0932-96BB1B0F56F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360600" y="3234872"/>
                  <a:ext cx="9360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59D7617-5936-5A04-15D0-9FBA68FF106F}"/>
                    </a:ext>
                  </a:extLst>
                </p14:cNvPr>
                <p14:cNvContentPartPr/>
                <p14:nvPr/>
              </p14:nvContentPartPr>
              <p14:xfrm>
                <a:off x="3202560" y="3488312"/>
                <a:ext cx="307440" cy="50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59D7617-5936-5A04-15D0-9FBA68FF106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96440" y="3482192"/>
                  <a:ext cx="3196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FE34B57-1556-3AC4-22AA-9B6967D04D12}"/>
                    </a:ext>
                  </a:extLst>
                </p14:cNvPr>
                <p14:cNvContentPartPr/>
                <p14:nvPr/>
              </p14:nvContentPartPr>
              <p14:xfrm>
                <a:off x="3830400" y="3264392"/>
                <a:ext cx="317160" cy="90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FE34B57-1556-3AC4-22AA-9B6967D04D1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24280" y="3258272"/>
                  <a:ext cx="3294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67AB854-5C8F-E73F-7D93-0339B02220E6}"/>
                    </a:ext>
                  </a:extLst>
                </p14:cNvPr>
                <p14:cNvContentPartPr/>
                <p14:nvPr/>
              </p14:nvContentPartPr>
              <p14:xfrm>
                <a:off x="4016160" y="3248192"/>
                <a:ext cx="49320" cy="3492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67AB854-5C8F-E73F-7D93-0339B02220E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10040" y="3242072"/>
                  <a:ext cx="6156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425B034-59F4-8751-EA5F-48DE994F6E4E}"/>
                    </a:ext>
                  </a:extLst>
                </p14:cNvPr>
                <p14:cNvContentPartPr/>
                <p14:nvPr/>
              </p14:nvContentPartPr>
              <p14:xfrm>
                <a:off x="4485960" y="3213272"/>
                <a:ext cx="57960" cy="352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425B034-59F4-8751-EA5F-48DE994F6E4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479840" y="3207152"/>
                  <a:ext cx="7020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2FE4F99-A002-5838-E13D-24AF61EC53B5}"/>
                    </a:ext>
                  </a:extLst>
                </p14:cNvPr>
                <p14:cNvContentPartPr/>
                <p14:nvPr/>
              </p14:nvContentPartPr>
              <p14:xfrm>
                <a:off x="4653360" y="3161432"/>
                <a:ext cx="97200" cy="345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2FE4F99-A002-5838-E13D-24AF61EC53B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647240" y="3155312"/>
                  <a:ext cx="1094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7D4BE12-EE84-8743-5DA7-B20A52FCEA36}"/>
                    </a:ext>
                  </a:extLst>
                </p14:cNvPr>
                <p14:cNvContentPartPr/>
                <p14:nvPr/>
              </p14:nvContentPartPr>
              <p14:xfrm>
                <a:off x="4473720" y="3363752"/>
                <a:ext cx="267480" cy="154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7D4BE12-EE84-8743-5DA7-B20A52FCEA3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467600" y="3357632"/>
                  <a:ext cx="2797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002728F-F951-5FB6-7E1D-284855E1ADE8}"/>
                    </a:ext>
                  </a:extLst>
                </p14:cNvPr>
                <p14:cNvContentPartPr/>
                <p14:nvPr/>
              </p14:nvContentPartPr>
              <p14:xfrm>
                <a:off x="3286440" y="61112"/>
                <a:ext cx="329040" cy="319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002728F-F951-5FB6-7E1D-284855E1ADE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280320" y="54992"/>
                  <a:ext cx="3412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E182D1B-C66C-3662-73F7-3CE74D5EF295}"/>
                    </a:ext>
                  </a:extLst>
                </p14:cNvPr>
                <p14:cNvContentPartPr/>
                <p14:nvPr/>
              </p14:nvContentPartPr>
              <p14:xfrm>
                <a:off x="3349800" y="597512"/>
                <a:ext cx="398160" cy="71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E182D1B-C66C-3662-73F7-3CE74D5EF29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343680" y="591392"/>
                  <a:ext cx="4104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3F0F34E-D6E6-BD20-9B25-8815DFED2494}"/>
                    </a:ext>
                  </a:extLst>
                </p14:cNvPr>
                <p14:cNvContentPartPr/>
                <p14:nvPr/>
              </p14:nvContentPartPr>
              <p14:xfrm>
                <a:off x="3481200" y="660512"/>
                <a:ext cx="47520" cy="249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3F0F34E-D6E6-BD20-9B25-8815DFED249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475080" y="654392"/>
                  <a:ext cx="597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9F631DF-0408-59AF-B7CC-43370BE8BA73}"/>
                    </a:ext>
                  </a:extLst>
                </p14:cNvPr>
                <p14:cNvContentPartPr/>
                <p14:nvPr/>
              </p14:nvContentPartPr>
              <p14:xfrm>
                <a:off x="3892320" y="592472"/>
                <a:ext cx="346680" cy="45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9F631DF-0408-59AF-B7CC-43370BE8BA7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886200" y="586352"/>
                  <a:ext cx="3589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A3FBB94-C151-F322-D674-C1EB7E6E851C}"/>
                    </a:ext>
                  </a:extLst>
                </p14:cNvPr>
                <p14:cNvContentPartPr/>
                <p14:nvPr/>
              </p14:nvContentPartPr>
              <p14:xfrm>
                <a:off x="4048200" y="627032"/>
                <a:ext cx="46800" cy="262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A3FBB94-C151-F322-D674-C1EB7E6E851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042080" y="620912"/>
                  <a:ext cx="590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85024CB-05B3-E92D-73DB-764552C1F409}"/>
                    </a:ext>
                  </a:extLst>
                </p14:cNvPr>
                <p14:cNvContentPartPr/>
                <p14:nvPr/>
              </p14:nvContentPartPr>
              <p14:xfrm>
                <a:off x="4463280" y="578792"/>
                <a:ext cx="337320" cy="29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85024CB-05B3-E92D-73DB-764552C1F40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57160" y="572672"/>
                  <a:ext cx="3495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16AEE38-1933-2259-7000-87E8DA3600F6}"/>
                    </a:ext>
                  </a:extLst>
                </p14:cNvPr>
                <p14:cNvContentPartPr/>
                <p14:nvPr/>
              </p14:nvContentPartPr>
              <p14:xfrm>
                <a:off x="4587840" y="625592"/>
                <a:ext cx="58320" cy="276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16AEE38-1933-2259-7000-87E8DA3600F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581720" y="619472"/>
                  <a:ext cx="705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A431D90-6C7A-6198-B8EE-18879CD17535}"/>
                    </a:ext>
                  </a:extLst>
                </p14:cNvPr>
                <p14:cNvContentPartPr/>
                <p14:nvPr/>
              </p14:nvContentPartPr>
              <p14:xfrm>
                <a:off x="3316320" y="1112672"/>
                <a:ext cx="216720" cy="48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A431D90-6C7A-6198-B8EE-18879CD1753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310200" y="1106552"/>
                  <a:ext cx="2289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0F3C1C3-D90F-3A1F-9444-D7E1AC6BF578}"/>
                    </a:ext>
                  </a:extLst>
                </p14:cNvPr>
                <p14:cNvContentPartPr/>
                <p14:nvPr/>
              </p14:nvContentPartPr>
              <p14:xfrm>
                <a:off x="3430080" y="1109432"/>
                <a:ext cx="6840" cy="250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0F3C1C3-D90F-3A1F-9444-D7E1AC6BF57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423960" y="1103312"/>
                  <a:ext cx="190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2C33E23-46B0-5C0B-BEA1-13D9ABAF718E}"/>
                    </a:ext>
                  </a:extLst>
                </p14:cNvPr>
                <p14:cNvContentPartPr/>
                <p14:nvPr/>
              </p14:nvContentPartPr>
              <p14:xfrm>
                <a:off x="3832920" y="1056872"/>
                <a:ext cx="257040" cy="31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2C33E23-46B0-5C0B-BEA1-13D9ABAF718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826800" y="1050752"/>
                  <a:ext cx="2692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1DB09DF-B480-E370-4ED4-F9AEE1A85D02}"/>
                    </a:ext>
                  </a:extLst>
                </p14:cNvPr>
                <p14:cNvContentPartPr/>
                <p14:nvPr/>
              </p14:nvContentPartPr>
              <p14:xfrm>
                <a:off x="3979800" y="1053632"/>
                <a:ext cx="30960" cy="230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1DB09DF-B480-E370-4ED4-F9AEE1A85D0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73680" y="1047512"/>
                  <a:ext cx="432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20899A0-7945-7095-C80C-D906565E8DA9}"/>
                    </a:ext>
                  </a:extLst>
                </p14:cNvPr>
                <p14:cNvContentPartPr/>
                <p14:nvPr/>
              </p14:nvContentPartPr>
              <p14:xfrm>
                <a:off x="4456080" y="1046792"/>
                <a:ext cx="46800" cy="250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20899A0-7945-7095-C80C-D906565E8DA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49960" y="1040672"/>
                  <a:ext cx="590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59207F5-1500-9B4D-16D4-E478E0BA2CDF}"/>
                    </a:ext>
                  </a:extLst>
                </p14:cNvPr>
                <p14:cNvContentPartPr/>
                <p14:nvPr/>
              </p14:nvContentPartPr>
              <p14:xfrm>
                <a:off x="4611960" y="1044632"/>
                <a:ext cx="109800" cy="217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59207F5-1500-9B4D-16D4-E478E0BA2CD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605840" y="1038512"/>
                  <a:ext cx="1220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9A346EE-DCDA-4963-4EDE-6EBBC5804722}"/>
                    </a:ext>
                  </a:extLst>
                </p14:cNvPr>
                <p14:cNvContentPartPr/>
                <p14:nvPr/>
              </p14:nvContentPartPr>
              <p14:xfrm>
                <a:off x="4406400" y="1160192"/>
                <a:ext cx="264240" cy="35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9A346EE-DCDA-4963-4EDE-6EBBC580472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400280" y="1154072"/>
                  <a:ext cx="2764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6543A25-58CB-86D0-FB1B-4ACD5B9AC59D}"/>
                    </a:ext>
                  </a:extLst>
                </p14:cNvPr>
                <p14:cNvContentPartPr/>
                <p14:nvPr/>
              </p14:nvContentPartPr>
              <p14:xfrm>
                <a:off x="3396240" y="1745552"/>
                <a:ext cx="247680" cy="34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6543A25-58CB-86D0-FB1B-4ACD5B9AC59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390120" y="1739432"/>
                  <a:ext cx="2599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1693F73-EAE6-0ADD-CEB3-3C8D163568D4}"/>
                    </a:ext>
                  </a:extLst>
                </p14:cNvPr>
                <p14:cNvContentPartPr/>
                <p14:nvPr/>
              </p14:nvContentPartPr>
              <p14:xfrm>
                <a:off x="3511080" y="1770752"/>
                <a:ext cx="36000" cy="270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1693F73-EAE6-0ADD-CEB3-3C8D163568D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504960" y="1764632"/>
                  <a:ext cx="4824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DC4DFF4-A501-2362-66CB-87C24E8B20AE}"/>
                    </a:ext>
                  </a:extLst>
                </p14:cNvPr>
                <p14:cNvContentPartPr/>
                <p14:nvPr/>
              </p14:nvContentPartPr>
              <p14:xfrm>
                <a:off x="3907080" y="1656272"/>
                <a:ext cx="57600" cy="3502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DC4DFF4-A501-2362-66CB-87C24E8B20A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900960" y="1650152"/>
                  <a:ext cx="698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00A49A0-C411-AF33-E9A3-E5475D5B6B86}"/>
                    </a:ext>
                  </a:extLst>
                </p14:cNvPr>
                <p14:cNvContentPartPr/>
                <p14:nvPr/>
              </p14:nvContentPartPr>
              <p14:xfrm>
                <a:off x="4009320" y="1694072"/>
                <a:ext cx="141480" cy="245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00A49A0-C411-AF33-E9A3-E5475D5B6B8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003200" y="1687952"/>
                  <a:ext cx="1537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44E2A66-F9A5-E85E-BFAF-091BC64EA7E2}"/>
                    </a:ext>
                  </a:extLst>
                </p14:cNvPr>
                <p14:cNvContentPartPr/>
                <p14:nvPr/>
              </p14:nvContentPartPr>
              <p14:xfrm>
                <a:off x="3866760" y="1789832"/>
                <a:ext cx="324360" cy="45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44E2A66-F9A5-E85E-BFAF-091BC64EA7E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60640" y="1783712"/>
                  <a:ext cx="3366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BDFFF76-5E17-FE92-2FBF-1D6434FAFB6A}"/>
                    </a:ext>
                  </a:extLst>
                </p14:cNvPr>
                <p14:cNvContentPartPr/>
                <p14:nvPr/>
              </p14:nvContentPartPr>
              <p14:xfrm>
                <a:off x="4488480" y="1607672"/>
                <a:ext cx="248400" cy="31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BDFFF76-5E17-FE92-2FBF-1D6434FAFB6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482360" y="1601552"/>
                  <a:ext cx="2606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76DF7D5-C386-D261-02C3-6BBAE6F9A0FB}"/>
                    </a:ext>
                  </a:extLst>
                </p14:cNvPr>
                <p14:cNvContentPartPr/>
                <p14:nvPr/>
              </p14:nvContentPartPr>
              <p14:xfrm>
                <a:off x="4570560" y="1580672"/>
                <a:ext cx="78120" cy="3582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76DF7D5-C386-D261-02C3-6BBAE6F9A0F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564440" y="1574552"/>
                  <a:ext cx="9036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88D6432-97F4-38D8-C35B-6080D5832B01}"/>
                    </a:ext>
                  </a:extLst>
                </p14:cNvPr>
                <p14:cNvContentPartPr/>
                <p14:nvPr/>
              </p14:nvContentPartPr>
              <p14:xfrm>
                <a:off x="3358080" y="2242712"/>
                <a:ext cx="279720" cy="24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88D6432-97F4-38D8-C35B-6080D5832B0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351960" y="2236592"/>
                  <a:ext cx="2919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39408C3-99A9-2C63-3F88-5B740579E63E}"/>
                    </a:ext>
                  </a:extLst>
                </p14:cNvPr>
                <p14:cNvContentPartPr/>
                <p14:nvPr/>
              </p14:nvContentPartPr>
              <p14:xfrm>
                <a:off x="3473640" y="2221832"/>
                <a:ext cx="31320" cy="3088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39408C3-99A9-2C63-3F88-5B740579E63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467520" y="2215712"/>
                  <a:ext cx="4356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952340C-378E-AAA5-2054-2BF04549C80C}"/>
                    </a:ext>
                  </a:extLst>
                </p14:cNvPr>
                <p14:cNvContentPartPr/>
                <p14:nvPr/>
              </p14:nvContentPartPr>
              <p14:xfrm>
                <a:off x="3899880" y="2160632"/>
                <a:ext cx="37080" cy="315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952340C-378E-AAA5-2054-2BF04549C80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893760" y="2154512"/>
                  <a:ext cx="493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E7CC107-6879-8410-DEF2-DBE970244AA6}"/>
                    </a:ext>
                  </a:extLst>
                </p14:cNvPr>
                <p14:cNvContentPartPr/>
                <p14:nvPr/>
              </p14:nvContentPartPr>
              <p14:xfrm>
                <a:off x="3972600" y="2180432"/>
                <a:ext cx="93600" cy="2890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E7CC107-6879-8410-DEF2-DBE970244AA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966480" y="2174312"/>
                  <a:ext cx="1058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9DA9D68-D8D3-DA6E-DE4C-751CF795D912}"/>
                    </a:ext>
                  </a:extLst>
                </p14:cNvPr>
                <p14:cNvContentPartPr/>
                <p14:nvPr/>
              </p14:nvContentPartPr>
              <p14:xfrm>
                <a:off x="3881880" y="2328752"/>
                <a:ext cx="248040" cy="30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9DA9D68-D8D3-DA6E-DE4C-751CF795D91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875760" y="2322632"/>
                  <a:ext cx="2602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0D51980-D30A-C16C-E96B-7B158CB539D5}"/>
                    </a:ext>
                  </a:extLst>
                </p14:cNvPr>
                <p14:cNvContentPartPr/>
                <p14:nvPr/>
              </p14:nvContentPartPr>
              <p14:xfrm>
                <a:off x="4435920" y="2164952"/>
                <a:ext cx="264240" cy="331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0D51980-D30A-C16C-E96B-7B158CB539D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429800" y="2158832"/>
                  <a:ext cx="2764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A0F718C-3F2D-357F-4019-2FADFCCBCE95}"/>
                    </a:ext>
                  </a:extLst>
                </p14:cNvPr>
                <p14:cNvContentPartPr/>
                <p14:nvPr/>
              </p14:nvContentPartPr>
              <p14:xfrm>
                <a:off x="4434840" y="2095832"/>
                <a:ext cx="39240" cy="2635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A0F718C-3F2D-357F-4019-2FADFCCBCE9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428720" y="2089712"/>
                  <a:ext cx="514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F0E95F0-6175-0C4E-3AF1-0CFD4EA3C5C3}"/>
                    </a:ext>
                  </a:extLst>
                </p14:cNvPr>
                <p14:cNvContentPartPr/>
                <p14:nvPr/>
              </p14:nvContentPartPr>
              <p14:xfrm>
                <a:off x="4706280" y="2019152"/>
                <a:ext cx="21240" cy="370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F0E95F0-6175-0C4E-3AF1-0CFD4EA3C5C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700160" y="2013032"/>
                  <a:ext cx="334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8063E95-D2AA-E8C5-51FD-12E15CF5AD09}"/>
                    </a:ext>
                  </a:extLst>
                </p14:cNvPr>
                <p14:cNvContentPartPr/>
                <p14:nvPr/>
              </p14:nvContentPartPr>
              <p14:xfrm>
                <a:off x="2264760" y="447752"/>
                <a:ext cx="987840" cy="5922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8063E95-D2AA-E8C5-51FD-12E15CF5AD0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258640" y="441632"/>
                  <a:ext cx="100008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01E25B1-415A-F9A4-253A-9BEC9FCD02CE}"/>
                    </a:ext>
                  </a:extLst>
                </p14:cNvPr>
                <p14:cNvContentPartPr/>
                <p14:nvPr/>
              </p14:nvContentPartPr>
              <p14:xfrm>
                <a:off x="2881440" y="578792"/>
                <a:ext cx="461520" cy="8830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01E25B1-415A-F9A4-253A-9BEC9FCD02C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75320" y="572672"/>
                  <a:ext cx="473760" cy="89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42DCE1A-35A4-552B-DBAC-32EFDDC591E5}"/>
                    </a:ext>
                  </a:extLst>
                </p14:cNvPr>
                <p14:cNvContentPartPr/>
                <p14:nvPr/>
              </p14:nvContentPartPr>
              <p14:xfrm>
                <a:off x="2225880" y="916472"/>
                <a:ext cx="866520" cy="13294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42DCE1A-35A4-552B-DBAC-32EFDDC591E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219760" y="910352"/>
                  <a:ext cx="878760" cy="13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AF142BF-668A-59B0-D141-93C64A32A078}"/>
                    </a:ext>
                  </a:extLst>
                </p14:cNvPr>
                <p14:cNvContentPartPr/>
                <p14:nvPr/>
              </p14:nvContentPartPr>
              <p14:xfrm>
                <a:off x="2814840" y="1658432"/>
                <a:ext cx="616680" cy="9586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AF142BF-668A-59B0-D141-93C64A32A07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808720" y="1652312"/>
                  <a:ext cx="628920" cy="9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6C7F632-FBD2-B0CB-862F-F50AE793DD0F}"/>
                    </a:ext>
                  </a:extLst>
                </p14:cNvPr>
                <p14:cNvContentPartPr/>
                <p14:nvPr/>
              </p14:nvContentPartPr>
              <p14:xfrm>
                <a:off x="310680" y="967592"/>
                <a:ext cx="19800" cy="262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6C7F632-FBD2-B0CB-862F-F50AE793DD0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04560" y="961472"/>
                  <a:ext cx="320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6C1F507-6945-777E-56D6-0FFC44579C30}"/>
                    </a:ext>
                  </a:extLst>
                </p14:cNvPr>
                <p14:cNvContentPartPr/>
                <p14:nvPr/>
              </p14:nvContentPartPr>
              <p14:xfrm>
                <a:off x="428400" y="855992"/>
                <a:ext cx="60120" cy="372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6C1F507-6945-777E-56D6-0FFC44579C3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22280" y="849872"/>
                  <a:ext cx="7236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7D20817-9FE2-B2A4-6C1E-67160E09724C}"/>
                    </a:ext>
                  </a:extLst>
                </p14:cNvPr>
                <p14:cNvContentPartPr/>
                <p14:nvPr/>
              </p14:nvContentPartPr>
              <p14:xfrm>
                <a:off x="320040" y="1104032"/>
                <a:ext cx="178560" cy="15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7D20817-9FE2-B2A4-6C1E-67160E09724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13920" y="1097912"/>
                  <a:ext cx="1908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F8FAD53-8F01-9E4D-766A-85D160A187FD}"/>
                    </a:ext>
                  </a:extLst>
                </p14:cNvPr>
                <p14:cNvContentPartPr/>
                <p14:nvPr/>
              </p14:nvContentPartPr>
              <p14:xfrm>
                <a:off x="249120" y="365672"/>
                <a:ext cx="394920" cy="43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F8FAD53-8F01-9E4D-766A-85D160A187F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43000" y="359552"/>
                  <a:ext cx="4071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3AEAEF5-FD65-93CC-578B-F64D4B7BC7A6}"/>
                    </a:ext>
                  </a:extLst>
                </p14:cNvPr>
                <p14:cNvContentPartPr/>
                <p14:nvPr/>
              </p14:nvContentPartPr>
              <p14:xfrm>
                <a:off x="450720" y="422192"/>
                <a:ext cx="28440" cy="304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3AEAEF5-FD65-93CC-578B-F64D4B7BC7A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44600" y="416072"/>
                  <a:ext cx="406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FC4DBBE-5631-EB50-83D7-222FEB0C2B8B}"/>
                    </a:ext>
                  </a:extLst>
                </p14:cNvPr>
                <p14:cNvContentPartPr/>
                <p14:nvPr/>
              </p14:nvContentPartPr>
              <p14:xfrm>
                <a:off x="499320" y="82712"/>
                <a:ext cx="50040" cy="163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FC4DBBE-5631-EB50-83D7-222FEB0C2B8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93200" y="76592"/>
                  <a:ext cx="622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142AA9A-FB00-AD45-55F1-2C81388673E2}"/>
                    </a:ext>
                  </a:extLst>
                </p14:cNvPr>
                <p14:cNvContentPartPr/>
                <p14:nvPr/>
              </p14:nvContentPartPr>
              <p14:xfrm>
                <a:off x="1634040" y="50672"/>
                <a:ext cx="339840" cy="236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142AA9A-FB00-AD45-55F1-2C81388673E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627920" y="44552"/>
                  <a:ext cx="3520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74149FE-9425-C78C-E7B3-DF2DE09E5820}"/>
                    </a:ext>
                  </a:extLst>
                </p14:cNvPr>
                <p14:cNvContentPartPr/>
                <p14:nvPr/>
              </p14:nvContentPartPr>
              <p14:xfrm>
                <a:off x="1599480" y="437672"/>
                <a:ext cx="277560" cy="19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74149FE-9425-C78C-E7B3-DF2DE09E582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593360" y="431552"/>
                  <a:ext cx="289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64E3791-AB13-F004-65D0-6E4BC7174C48}"/>
                    </a:ext>
                  </a:extLst>
                </p14:cNvPr>
                <p14:cNvContentPartPr/>
                <p14:nvPr/>
              </p14:nvContentPartPr>
              <p14:xfrm>
                <a:off x="1701360" y="458552"/>
                <a:ext cx="44640" cy="204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64E3791-AB13-F004-65D0-6E4BC7174C4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695240" y="452432"/>
                  <a:ext cx="568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392BBF9-61F7-9316-4C9A-A838702C730E}"/>
                    </a:ext>
                  </a:extLst>
                </p14:cNvPr>
                <p14:cNvContentPartPr/>
                <p14:nvPr/>
              </p14:nvContentPartPr>
              <p14:xfrm>
                <a:off x="2007360" y="412832"/>
                <a:ext cx="282600" cy="53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392BBF9-61F7-9316-4C9A-A838702C730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001240" y="406712"/>
                  <a:ext cx="2948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8480679-360F-AA0C-98B5-DEEDF706353D}"/>
                    </a:ext>
                  </a:extLst>
                </p14:cNvPr>
                <p14:cNvContentPartPr/>
                <p14:nvPr/>
              </p14:nvContentPartPr>
              <p14:xfrm>
                <a:off x="2111760" y="427232"/>
                <a:ext cx="55440" cy="227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8480679-360F-AA0C-98B5-DEEDF706353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105640" y="421112"/>
                  <a:ext cx="676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25768CC-C9B9-EB38-D5CD-BCF1BC5995CD}"/>
                    </a:ext>
                  </a:extLst>
                </p14:cNvPr>
                <p14:cNvContentPartPr/>
                <p14:nvPr/>
              </p14:nvContentPartPr>
              <p14:xfrm>
                <a:off x="1554840" y="826112"/>
                <a:ext cx="244440" cy="6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25768CC-C9B9-EB38-D5CD-BCF1BC5995C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548720" y="819992"/>
                  <a:ext cx="2566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92F6F3C-4109-25D6-4C68-2B1576074F37}"/>
                    </a:ext>
                  </a:extLst>
                </p14:cNvPr>
                <p14:cNvContentPartPr/>
                <p14:nvPr/>
              </p14:nvContentPartPr>
              <p14:xfrm>
                <a:off x="1605240" y="848432"/>
                <a:ext cx="62640" cy="164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92F6F3C-4109-25D6-4C68-2B1576074F3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599120" y="842312"/>
                  <a:ext cx="748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60A4F02-6384-C43E-93E3-1ACABD4F7204}"/>
                    </a:ext>
                  </a:extLst>
                </p14:cNvPr>
                <p14:cNvContentPartPr/>
                <p14:nvPr/>
              </p14:nvContentPartPr>
              <p14:xfrm>
                <a:off x="1967760" y="800912"/>
                <a:ext cx="36360" cy="255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60A4F02-6384-C43E-93E3-1ACABD4F720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961640" y="794792"/>
                  <a:ext cx="486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7ECFA6A-C0C4-B4D7-EF2A-417E98C508BA}"/>
                    </a:ext>
                  </a:extLst>
                </p14:cNvPr>
                <p14:cNvContentPartPr/>
                <p14:nvPr/>
              </p14:nvContentPartPr>
              <p14:xfrm>
                <a:off x="2109960" y="791912"/>
                <a:ext cx="73080" cy="185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7ECFA6A-C0C4-B4D7-EF2A-417E98C508B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103840" y="785792"/>
                  <a:ext cx="853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3DAC85B-E35D-DB18-2D16-C814EBC9518C}"/>
                    </a:ext>
                  </a:extLst>
                </p14:cNvPr>
                <p14:cNvContentPartPr/>
                <p14:nvPr/>
              </p14:nvContentPartPr>
              <p14:xfrm>
                <a:off x="1979280" y="894152"/>
                <a:ext cx="160920" cy="18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3DAC85B-E35D-DB18-2D16-C814EBC9518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973160" y="888032"/>
                  <a:ext cx="1731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3750737-E830-8BAC-0765-FE2E02FE4EB5}"/>
                    </a:ext>
                  </a:extLst>
                </p14:cNvPr>
                <p14:cNvContentPartPr/>
                <p14:nvPr/>
              </p14:nvContentPartPr>
              <p14:xfrm>
                <a:off x="1461960" y="1142192"/>
                <a:ext cx="44640" cy="254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3750737-E830-8BAC-0765-FE2E02FE4EB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455840" y="1136072"/>
                  <a:ext cx="568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A7DA783-4142-E2A7-4CCF-0A552443D9CC}"/>
                    </a:ext>
                  </a:extLst>
                </p14:cNvPr>
                <p14:cNvContentPartPr/>
                <p14:nvPr/>
              </p14:nvContentPartPr>
              <p14:xfrm>
                <a:off x="1527120" y="1081712"/>
                <a:ext cx="104040" cy="285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A7DA783-4142-E2A7-4CCF-0A552443D9C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521000" y="1075592"/>
                  <a:ext cx="1162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A1FA3F4-C799-A9A9-F875-6DE9B07D60CA}"/>
                    </a:ext>
                  </a:extLst>
                </p14:cNvPr>
                <p14:cNvContentPartPr/>
                <p14:nvPr/>
              </p14:nvContentPartPr>
              <p14:xfrm>
                <a:off x="1466640" y="1235432"/>
                <a:ext cx="131040" cy="5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A1FA3F4-C799-A9A9-F875-6DE9B07D60C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460520" y="1229312"/>
                  <a:ext cx="14328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C17F3A4-9B90-4B0E-0019-8A0965E7B403}"/>
                    </a:ext>
                  </a:extLst>
                </p14:cNvPr>
                <p14:cNvContentPartPr/>
                <p14:nvPr/>
              </p14:nvContentPartPr>
              <p14:xfrm>
                <a:off x="1419120" y="1541072"/>
                <a:ext cx="46440" cy="221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C17F3A4-9B90-4B0E-0019-8A0965E7B40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413000" y="1534952"/>
                  <a:ext cx="586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62539D2-186A-9781-9084-F7C926E16ADE}"/>
                    </a:ext>
                  </a:extLst>
                </p14:cNvPr>
                <p14:cNvContentPartPr/>
                <p14:nvPr/>
              </p14:nvContentPartPr>
              <p14:xfrm>
                <a:off x="1518120" y="1503632"/>
                <a:ext cx="79920" cy="240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62539D2-186A-9781-9084-F7C926E16AD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512000" y="1497512"/>
                  <a:ext cx="921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9D4254A-1FAA-76DF-730B-F368674AA604}"/>
                    </a:ext>
                  </a:extLst>
                </p14:cNvPr>
                <p14:cNvContentPartPr/>
                <p14:nvPr/>
              </p14:nvContentPartPr>
              <p14:xfrm>
                <a:off x="1408680" y="1625672"/>
                <a:ext cx="179280" cy="57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9D4254A-1FAA-76DF-730B-F368674AA60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402560" y="1619552"/>
                  <a:ext cx="1915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B7C6184-7BC2-10D3-121C-8B2558521DAA}"/>
                    </a:ext>
                  </a:extLst>
                </p14:cNvPr>
                <p14:cNvContentPartPr/>
                <p14:nvPr/>
              </p14:nvContentPartPr>
              <p14:xfrm>
                <a:off x="1917720" y="1135712"/>
                <a:ext cx="303840" cy="29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B7C6184-7BC2-10D3-121C-8B2558521DA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911600" y="1129592"/>
                  <a:ext cx="3160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2C71F60-4B6B-012A-119C-32543A63615E}"/>
                    </a:ext>
                  </a:extLst>
                </p14:cNvPr>
                <p14:cNvContentPartPr/>
                <p14:nvPr/>
              </p14:nvContentPartPr>
              <p14:xfrm>
                <a:off x="2013480" y="1169192"/>
                <a:ext cx="60120" cy="205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2C71F60-4B6B-012A-119C-32543A63615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007360" y="1163072"/>
                  <a:ext cx="723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3823398-E6C1-8BF2-905D-E25E36C09D9E}"/>
                    </a:ext>
                  </a:extLst>
                </p14:cNvPr>
                <p14:cNvContentPartPr/>
                <p14:nvPr/>
              </p14:nvContentPartPr>
              <p14:xfrm>
                <a:off x="1845360" y="1500032"/>
                <a:ext cx="317160" cy="37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3823398-E6C1-8BF2-905D-E25E36C09D9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839240" y="1493912"/>
                  <a:ext cx="3294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D81083E-2C37-77C5-4C18-3EFB563A5249}"/>
                    </a:ext>
                  </a:extLst>
                </p14:cNvPr>
                <p14:cNvContentPartPr/>
                <p14:nvPr/>
              </p14:nvContentPartPr>
              <p14:xfrm>
                <a:off x="1950480" y="1532792"/>
                <a:ext cx="14760" cy="186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D81083E-2C37-77C5-4C18-3EFB563A524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944360" y="1526672"/>
                  <a:ext cx="270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37D5CD1-B58F-E21C-CA95-4ED5610358BB}"/>
                    </a:ext>
                  </a:extLst>
                </p14:cNvPr>
                <p14:cNvContentPartPr/>
                <p14:nvPr/>
              </p14:nvContentPartPr>
              <p14:xfrm>
                <a:off x="2120400" y="1410752"/>
                <a:ext cx="59040" cy="292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37D5CD1-B58F-E21C-CA95-4ED5610358B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114280" y="1404632"/>
                  <a:ext cx="712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65C4DD4-98EB-0C23-C917-B5EE9CB82F37}"/>
                    </a:ext>
                  </a:extLst>
                </p14:cNvPr>
                <p14:cNvContentPartPr/>
                <p14:nvPr/>
              </p14:nvContentPartPr>
              <p14:xfrm>
                <a:off x="1942560" y="1425872"/>
                <a:ext cx="31320" cy="277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65C4DD4-98EB-0C23-C917-B5EE9CB82F3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936440" y="1419752"/>
                  <a:ext cx="435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D518828-DF16-4767-A151-A6E6B2A2E293}"/>
                    </a:ext>
                  </a:extLst>
                </p14:cNvPr>
                <p14:cNvContentPartPr/>
                <p14:nvPr/>
              </p14:nvContentPartPr>
              <p14:xfrm>
                <a:off x="618840" y="590672"/>
                <a:ext cx="866880" cy="215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D518828-DF16-4767-A151-A6E6B2A2E29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12720" y="584552"/>
                  <a:ext cx="8791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243F71C-FD96-000C-CDBE-C97C9D9A3CCB}"/>
                    </a:ext>
                  </a:extLst>
                </p14:cNvPr>
                <p14:cNvContentPartPr/>
                <p14:nvPr/>
              </p14:nvContentPartPr>
              <p14:xfrm>
                <a:off x="1245240" y="351992"/>
                <a:ext cx="355320" cy="657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243F71C-FD96-000C-CDBE-C97C9D9A3CC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239120" y="345872"/>
                  <a:ext cx="367560" cy="66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FA31EA8-2525-1F9A-A1DE-E2C4AB78C5B0}"/>
                    </a:ext>
                  </a:extLst>
                </p14:cNvPr>
                <p14:cNvContentPartPr/>
                <p14:nvPr/>
              </p14:nvContentPartPr>
              <p14:xfrm>
                <a:off x="632160" y="1068752"/>
                <a:ext cx="698400" cy="479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FA31EA8-2525-1F9A-A1DE-E2C4AB78C5B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26040" y="1062632"/>
                  <a:ext cx="71064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D4B13BE-1B36-F335-C4C1-5A9810CBF3BC}"/>
                    </a:ext>
                  </a:extLst>
                </p14:cNvPr>
                <p14:cNvContentPartPr/>
                <p14:nvPr/>
              </p14:nvContentPartPr>
              <p14:xfrm>
                <a:off x="969120" y="1077032"/>
                <a:ext cx="473040" cy="918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D4B13BE-1B36-F335-C4C1-5A9810CBF3B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63000" y="1070912"/>
                  <a:ext cx="485280" cy="9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AAB16D9-72F0-F103-1266-757ACAE291A3}"/>
                    </a:ext>
                  </a:extLst>
                </p14:cNvPr>
                <p14:cNvContentPartPr/>
                <p14:nvPr/>
              </p14:nvContentPartPr>
              <p14:xfrm>
                <a:off x="1245240" y="1381952"/>
                <a:ext cx="1101960" cy="5713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AAB16D9-72F0-F103-1266-757ACAE291A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239120" y="1375832"/>
                  <a:ext cx="111420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9C5A165-CA62-870F-719C-A54619EA5D6A}"/>
                    </a:ext>
                  </a:extLst>
                </p14:cNvPr>
                <p14:cNvContentPartPr/>
                <p14:nvPr/>
              </p14:nvContentPartPr>
              <p14:xfrm>
                <a:off x="1414440" y="1914392"/>
                <a:ext cx="1456200" cy="29325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9C5A165-CA62-870F-719C-A54619EA5D6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408320" y="1908272"/>
                  <a:ext cx="1468440" cy="29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D49F85D-4470-96DC-CAF1-7C5C4D174916}"/>
                    </a:ext>
                  </a:extLst>
                </p14:cNvPr>
                <p14:cNvContentPartPr/>
                <p14:nvPr/>
              </p14:nvContentPartPr>
              <p14:xfrm>
                <a:off x="1401480" y="3921392"/>
                <a:ext cx="1557720" cy="6102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D49F85D-4470-96DC-CAF1-7C5C4D17491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395360" y="3915272"/>
                  <a:ext cx="1569960" cy="622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34034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79F2798-8F0E-B647-FC8B-EE3142162E68}"/>
              </a:ext>
            </a:extLst>
          </p:cNvPr>
          <p:cNvGrpSpPr/>
          <p:nvPr/>
        </p:nvGrpSpPr>
        <p:grpSpPr>
          <a:xfrm>
            <a:off x="298800" y="142112"/>
            <a:ext cx="1551600" cy="1284480"/>
            <a:chOff x="298800" y="142112"/>
            <a:chExt cx="1551600" cy="128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2A972FC-1BCA-68C4-8803-4F68940A5802}"/>
                    </a:ext>
                  </a:extLst>
                </p14:cNvPr>
                <p14:cNvContentPartPr/>
                <p14:nvPr/>
              </p14:nvContentPartPr>
              <p14:xfrm>
                <a:off x="372960" y="142112"/>
                <a:ext cx="1477440" cy="1284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2A972FC-1BCA-68C4-8803-4F68940A580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6840" y="135992"/>
                  <a:ext cx="1489680" cy="12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29CEE68-637A-3619-BCA6-E0AC9A4E523B}"/>
                    </a:ext>
                  </a:extLst>
                </p14:cNvPr>
                <p14:cNvContentPartPr/>
                <p14:nvPr/>
              </p14:nvContentPartPr>
              <p14:xfrm>
                <a:off x="298800" y="182072"/>
                <a:ext cx="63000" cy="390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29CEE68-637A-3619-BCA6-E0AC9A4E523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2680" y="175952"/>
                  <a:ext cx="752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0DD1CDC-6BA4-60D5-B5AE-E9DED5927275}"/>
                    </a:ext>
                  </a:extLst>
                </p14:cNvPr>
                <p14:cNvContentPartPr/>
                <p14:nvPr/>
              </p14:nvContentPartPr>
              <p14:xfrm>
                <a:off x="888480" y="210152"/>
                <a:ext cx="106920" cy="370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0DD1CDC-6BA4-60D5-B5AE-E9DED592727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82360" y="204032"/>
                  <a:ext cx="11916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178D2A-A36D-3EC8-5C22-3C463FBEBC30}"/>
                    </a:ext>
                  </a:extLst>
                </p14:cNvPr>
                <p14:cNvContentPartPr/>
                <p14:nvPr/>
              </p14:nvContentPartPr>
              <p14:xfrm>
                <a:off x="975240" y="228152"/>
                <a:ext cx="227880" cy="29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178D2A-A36D-3EC8-5C22-3C463FBEBC3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69120" y="222032"/>
                  <a:ext cx="240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357977E-0A90-142D-F18B-F192BB174B28}"/>
                    </a:ext>
                  </a:extLst>
                </p14:cNvPr>
                <p14:cNvContentPartPr/>
                <p14:nvPr/>
              </p14:nvContentPartPr>
              <p14:xfrm>
                <a:off x="906840" y="476192"/>
                <a:ext cx="231120" cy="52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357977E-0A90-142D-F18B-F192BB174B2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00720" y="470072"/>
                  <a:ext cx="2433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0B9111A-00E7-FE9B-4D7C-374773B1649B}"/>
                    </a:ext>
                  </a:extLst>
                </p14:cNvPr>
                <p14:cNvContentPartPr/>
                <p14:nvPr/>
              </p14:nvContentPartPr>
              <p14:xfrm>
                <a:off x="874440" y="624512"/>
                <a:ext cx="315720" cy="40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0B9111A-00E7-FE9B-4D7C-374773B1649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8320" y="618392"/>
                  <a:ext cx="32796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455233-E7C8-91CD-C537-B7ACEB4E7A48}"/>
              </a:ext>
            </a:extLst>
          </p:cNvPr>
          <p:cNvGrpSpPr/>
          <p:nvPr/>
        </p:nvGrpSpPr>
        <p:grpSpPr>
          <a:xfrm>
            <a:off x="184680" y="920072"/>
            <a:ext cx="1159200" cy="495720"/>
            <a:chOff x="184680" y="920072"/>
            <a:chExt cx="1159200" cy="49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462AE5B-D7FB-AEC7-933D-6756688E10C8}"/>
                    </a:ext>
                  </a:extLst>
                </p14:cNvPr>
                <p14:cNvContentPartPr/>
                <p14:nvPr/>
              </p14:nvContentPartPr>
              <p14:xfrm>
                <a:off x="184680" y="929072"/>
                <a:ext cx="224280" cy="437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462AE5B-D7FB-AEC7-933D-6756688E10C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8560" y="922952"/>
                  <a:ext cx="23652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61D9DA2-6194-B5B8-B743-FFA22E9ACFC6}"/>
                    </a:ext>
                  </a:extLst>
                </p14:cNvPr>
                <p14:cNvContentPartPr/>
                <p14:nvPr/>
              </p14:nvContentPartPr>
              <p14:xfrm>
                <a:off x="548640" y="1011512"/>
                <a:ext cx="141120" cy="404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61D9DA2-6194-B5B8-B743-FFA22E9ACFC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2520" y="1005392"/>
                  <a:ext cx="15336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3751FCE-6C0A-E797-74DC-46B0A05AD88E}"/>
                    </a:ext>
                  </a:extLst>
                </p14:cNvPr>
                <p14:cNvContentPartPr/>
                <p14:nvPr/>
              </p14:nvContentPartPr>
              <p14:xfrm>
                <a:off x="1010160" y="920072"/>
                <a:ext cx="333720" cy="472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3751FCE-6C0A-E797-74DC-46B0A05AD88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04040" y="913952"/>
                  <a:ext cx="345960" cy="48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14BD0FB-B254-2596-E8FF-E678393993D3}"/>
              </a:ext>
            </a:extLst>
          </p:cNvPr>
          <p:cNvGrpSpPr/>
          <p:nvPr/>
        </p:nvGrpSpPr>
        <p:grpSpPr>
          <a:xfrm>
            <a:off x="312840" y="1792712"/>
            <a:ext cx="964080" cy="1047600"/>
            <a:chOff x="312840" y="1792712"/>
            <a:chExt cx="964080" cy="104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3BFA224-FE41-3856-82DE-204B6C908D7E}"/>
                    </a:ext>
                  </a:extLst>
                </p14:cNvPr>
                <p14:cNvContentPartPr/>
                <p14:nvPr/>
              </p14:nvContentPartPr>
              <p14:xfrm>
                <a:off x="582480" y="1792712"/>
                <a:ext cx="90360" cy="432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3BFA224-FE41-3856-82DE-204B6C908D7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6360" y="1786592"/>
                  <a:ext cx="10260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7A7C954-D44D-1407-6365-B54AFDD27F71}"/>
                    </a:ext>
                  </a:extLst>
                </p14:cNvPr>
                <p14:cNvContentPartPr/>
                <p14:nvPr/>
              </p14:nvContentPartPr>
              <p14:xfrm>
                <a:off x="312840" y="2380952"/>
                <a:ext cx="754560" cy="128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7A7C954-D44D-1407-6365-B54AFDD27F7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6720" y="2374832"/>
                  <a:ext cx="7668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4B0ECC0-EC92-DD85-1E47-BCE4F9F895E9}"/>
                    </a:ext>
                  </a:extLst>
                </p14:cNvPr>
                <p14:cNvContentPartPr/>
                <p14:nvPr/>
              </p14:nvContentPartPr>
              <p14:xfrm>
                <a:off x="492480" y="2576792"/>
                <a:ext cx="46080" cy="262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4B0ECC0-EC92-DD85-1E47-BCE4F9F895E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6360" y="2570672"/>
                  <a:ext cx="583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C29AEBB-3053-365F-63F3-61335F71A36B}"/>
                    </a:ext>
                  </a:extLst>
                </p14:cNvPr>
                <p14:cNvContentPartPr/>
                <p14:nvPr/>
              </p14:nvContentPartPr>
              <p14:xfrm>
                <a:off x="738360" y="2572112"/>
                <a:ext cx="163080" cy="268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C29AEBB-3053-365F-63F3-61335F71A36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2240" y="2565992"/>
                  <a:ext cx="1753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1FBE729-B6E4-F8D5-EB77-385AB79DA815}"/>
                    </a:ext>
                  </a:extLst>
                </p14:cNvPr>
                <p14:cNvContentPartPr/>
                <p14:nvPr/>
              </p14:nvContentPartPr>
              <p14:xfrm>
                <a:off x="1042200" y="2537192"/>
                <a:ext cx="234720" cy="247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1FBE729-B6E4-F8D5-EB77-385AB79DA81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36080" y="2531072"/>
                  <a:ext cx="246960" cy="25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ABED6AD-F7F7-949D-00C5-581B3BD12A76}"/>
                  </a:ext>
                </a:extLst>
              </p14:cNvPr>
              <p14:cNvContentPartPr/>
              <p14:nvPr/>
            </p14:nvContentPartPr>
            <p14:xfrm>
              <a:off x="3368520" y="2444672"/>
              <a:ext cx="4692240" cy="35758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ABED6AD-F7F7-949D-00C5-581B3BD12A7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362400" y="2438552"/>
                <a:ext cx="4704480" cy="358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DF52D2B-7141-FD63-3E03-01788FC5CF7C}"/>
                  </a:ext>
                </a:extLst>
              </p14:cNvPr>
              <p14:cNvContentPartPr/>
              <p14:nvPr/>
            </p14:nvContentPartPr>
            <p14:xfrm>
              <a:off x="3415680" y="3566432"/>
              <a:ext cx="1166760" cy="18144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DF52D2B-7141-FD63-3E03-01788FC5CF7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409560" y="3560312"/>
                <a:ext cx="1179000" cy="19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F428E958-11A4-8EA5-0CC0-1CCA10F6E62C}"/>
              </a:ext>
            </a:extLst>
          </p:cNvPr>
          <p:cNvGrpSpPr/>
          <p:nvPr/>
        </p:nvGrpSpPr>
        <p:grpSpPr>
          <a:xfrm>
            <a:off x="1707120" y="196472"/>
            <a:ext cx="8655480" cy="5215320"/>
            <a:chOff x="1707120" y="196472"/>
            <a:chExt cx="8655480" cy="521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6FF12C6-A58F-F8D4-FDED-0551F86BEB39}"/>
                    </a:ext>
                  </a:extLst>
                </p14:cNvPr>
                <p14:cNvContentPartPr/>
                <p14:nvPr/>
              </p14:nvContentPartPr>
              <p14:xfrm>
                <a:off x="2671200" y="308432"/>
                <a:ext cx="650160" cy="738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6FF12C6-A58F-F8D4-FDED-0551F86BEB3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65080" y="302312"/>
                  <a:ext cx="662400" cy="75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2314BF8-A308-4119-E520-1DF74EE6BA6E}"/>
                    </a:ext>
                  </a:extLst>
                </p14:cNvPr>
                <p14:cNvContentPartPr/>
                <p14:nvPr/>
              </p14:nvContentPartPr>
              <p14:xfrm>
                <a:off x="2818080" y="626312"/>
                <a:ext cx="216360" cy="55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2314BF8-A308-4119-E520-1DF74EE6BA6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11960" y="620192"/>
                  <a:ext cx="2286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3A7C0E1-3107-C308-987B-3B20F1F61FA8}"/>
                    </a:ext>
                  </a:extLst>
                </p14:cNvPr>
                <p14:cNvContentPartPr/>
                <p14:nvPr/>
              </p14:nvContentPartPr>
              <p14:xfrm>
                <a:off x="2917080" y="641072"/>
                <a:ext cx="38520" cy="293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3A7C0E1-3107-C308-987B-3B20F1F61FA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10960" y="634952"/>
                  <a:ext cx="507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D0BBC86-2E3B-15CC-2724-4BC925D43F9D}"/>
                    </a:ext>
                  </a:extLst>
                </p14:cNvPr>
                <p14:cNvContentPartPr/>
                <p14:nvPr/>
              </p14:nvContentPartPr>
              <p14:xfrm>
                <a:off x="3541680" y="290072"/>
                <a:ext cx="1023840" cy="812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D0BBC86-2E3B-15CC-2724-4BC925D43F9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535560" y="283952"/>
                  <a:ext cx="1036080" cy="82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3E88DE2-7F8A-5C51-2BAA-9FDF9C9107A1}"/>
                    </a:ext>
                  </a:extLst>
                </p14:cNvPr>
                <p14:cNvContentPartPr/>
                <p14:nvPr/>
              </p14:nvContentPartPr>
              <p14:xfrm>
                <a:off x="3831480" y="519392"/>
                <a:ext cx="408240" cy="73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3E88DE2-7F8A-5C51-2BAA-9FDF9C9107A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25360" y="513272"/>
                  <a:ext cx="4204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1261004-0742-2555-98C5-273BE46620B6}"/>
                    </a:ext>
                  </a:extLst>
                </p14:cNvPr>
                <p14:cNvContentPartPr/>
                <p14:nvPr/>
              </p14:nvContentPartPr>
              <p14:xfrm>
                <a:off x="3988440" y="570512"/>
                <a:ext cx="51120" cy="423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1261004-0742-2555-98C5-273BE46620B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82320" y="564392"/>
                  <a:ext cx="6336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E3B4368-4717-E0F0-3A73-891CC3ACBFBE}"/>
                    </a:ext>
                  </a:extLst>
                </p14:cNvPr>
                <p14:cNvContentPartPr/>
                <p14:nvPr/>
              </p14:nvContentPartPr>
              <p14:xfrm>
                <a:off x="4732200" y="196472"/>
                <a:ext cx="1315800" cy="961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E3B4368-4717-E0F0-3A73-891CC3ACBFB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726080" y="190352"/>
                  <a:ext cx="1328040" cy="9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EE38E66-3E79-8A99-380C-30AC306B1333}"/>
                    </a:ext>
                  </a:extLst>
                </p14:cNvPr>
                <p14:cNvContentPartPr/>
                <p14:nvPr/>
              </p14:nvContentPartPr>
              <p14:xfrm>
                <a:off x="5106600" y="490232"/>
                <a:ext cx="559080" cy="99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EE38E66-3E79-8A99-380C-30AC306B133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100480" y="484112"/>
                  <a:ext cx="5713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C3D1932-8ED0-B147-2961-8C24D2D1A415}"/>
                    </a:ext>
                  </a:extLst>
                </p14:cNvPr>
                <p14:cNvContentPartPr/>
                <p14:nvPr/>
              </p14:nvContentPartPr>
              <p14:xfrm>
                <a:off x="5412960" y="568712"/>
                <a:ext cx="62640" cy="509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C3D1932-8ED0-B147-2961-8C24D2D1A41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06840" y="562592"/>
                  <a:ext cx="7488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FB0F93E-6EFC-7D2E-5817-B77D58BFF58D}"/>
                    </a:ext>
                  </a:extLst>
                </p14:cNvPr>
                <p14:cNvContentPartPr/>
                <p14:nvPr/>
              </p14:nvContentPartPr>
              <p14:xfrm>
                <a:off x="6366240" y="251552"/>
                <a:ext cx="1166040" cy="973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FB0F93E-6EFC-7D2E-5817-B77D58BFF58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60120" y="245432"/>
                  <a:ext cx="1178280" cy="9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3073E95-61C7-1AEF-1E68-6B0AC95508BD}"/>
                    </a:ext>
                  </a:extLst>
                </p14:cNvPr>
                <p14:cNvContentPartPr/>
                <p14:nvPr/>
              </p14:nvContentPartPr>
              <p14:xfrm>
                <a:off x="6581160" y="638552"/>
                <a:ext cx="553680" cy="50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3073E95-61C7-1AEF-1E68-6B0AC95508B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75040" y="632432"/>
                  <a:ext cx="5659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E32D4B0-6101-3B0F-B63A-5CAFE88028EB}"/>
                    </a:ext>
                  </a:extLst>
                </p14:cNvPr>
                <p14:cNvContentPartPr/>
                <p14:nvPr/>
              </p14:nvContentPartPr>
              <p14:xfrm>
                <a:off x="6830280" y="648272"/>
                <a:ext cx="69840" cy="417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E32D4B0-6101-3B0F-B63A-5CAFE88028E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824160" y="642152"/>
                  <a:ext cx="8208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5B4D23B-CF65-A537-5B12-16F627DB1888}"/>
                    </a:ext>
                  </a:extLst>
                </p14:cNvPr>
                <p14:cNvContentPartPr/>
                <p14:nvPr/>
              </p14:nvContentPartPr>
              <p14:xfrm>
                <a:off x="7620840" y="295832"/>
                <a:ext cx="1138680" cy="1086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5B4D23B-CF65-A537-5B12-16F627DB188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14720" y="289712"/>
                  <a:ext cx="1150920" cy="10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F1C2B4A-816C-8D78-EE23-C646D37BE883}"/>
                    </a:ext>
                  </a:extLst>
                </p14:cNvPr>
                <p14:cNvContentPartPr/>
                <p14:nvPr/>
              </p14:nvContentPartPr>
              <p14:xfrm>
                <a:off x="7811280" y="684272"/>
                <a:ext cx="617040" cy="51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F1C2B4A-816C-8D78-EE23-C646D37BE88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805160" y="678152"/>
                  <a:ext cx="6292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B2A5F97-5825-1952-E153-4A6BEBC6B237}"/>
                    </a:ext>
                  </a:extLst>
                </p14:cNvPr>
                <p14:cNvContentPartPr/>
                <p14:nvPr/>
              </p14:nvContentPartPr>
              <p14:xfrm>
                <a:off x="8057160" y="720992"/>
                <a:ext cx="111240" cy="471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B2A5F97-5825-1952-E153-4A6BEBC6B23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051040" y="714872"/>
                  <a:ext cx="12348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7FC99AA-4113-E535-CFC1-4D4C88FCA8B6}"/>
                    </a:ext>
                  </a:extLst>
                </p14:cNvPr>
                <p14:cNvContentPartPr/>
                <p14:nvPr/>
              </p14:nvContentPartPr>
              <p14:xfrm>
                <a:off x="8926560" y="330392"/>
                <a:ext cx="1436040" cy="1212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7FC99AA-4113-E535-CFC1-4D4C88FCA8B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920440" y="324272"/>
                  <a:ext cx="1448280" cy="12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CA1B700-9E44-CB93-EECF-4D0603B18782}"/>
                    </a:ext>
                  </a:extLst>
                </p14:cNvPr>
                <p14:cNvContentPartPr/>
                <p14:nvPr/>
              </p14:nvContentPartPr>
              <p14:xfrm>
                <a:off x="9175320" y="781832"/>
                <a:ext cx="696240" cy="114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CA1B700-9E44-CB93-EECF-4D0603B1878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169200" y="775712"/>
                  <a:ext cx="7084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36E738E-6822-2C00-64A8-FA98A8D837FB}"/>
                    </a:ext>
                  </a:extLst>
                </p14:cNvPr>
                <p14:cNvContentPartPr/>
                <p14:nvPr/>
              </p14:nvContentPartPr>
              <p14:xfrm>
                <a:off x="9594720" y="816392"/>
                <a:ext cx="35280" cy="455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36E738E-6822-2C00-64A8-FA98A8D837F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588600" y="810272"/>
                  <a:ext cx="4752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D24781D-C416-E718-0953-9FF9100A1801}"/>
                    </a:ext>
                  </a:extLst>
                </p14:cNvPr>
                <p14:cNvContentPartPr/>
                <p14:nvPr/>
              </p14:nvContentPartPr>
              <p14:xfrm>
                <a:off x="9008280" y="1791992"/>
                <a:ext cx="91800" cy="443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D24781D-C416-E718-0953-9FF9100A180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002160" y="1785872"/>
                  <a:ext cx="10404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862E822-57C4-4CDC-4BAB-16A7BAF37295}"/>
                    </a:ext>
                  </a:extLst>
                </p14:cNvPr>
                <p14:cNvContentPartPr/>
                <p14:nvPr/>
              </p14:nvContentPartPr>
              <p14:xfrm>
                <a:off x="8629200" y="2399672"/>
                <a:ext cx="703080" cy="147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862E822-57C4-4CDC-4BAB-16A7BAF3729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623080" y="2393552"/>
                  <a:ext cx="7153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EF0651F-FD28-8CAB-B2EB-34904ED62968}"/>
                    </a:ext>
                  </a:extLst>
                </p14:cNvPr>
                <p14:cNvContentPartPr/>
                <p14:nvPr/>
              </p14:nvContentPartPr>
              <p14:xfrm>
                <a:off x="8817120" y="2659952"/>
                <a:ext cx="297360" cy="538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EF0651F-FD28-8CAB-B2EB-34904ED6296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811000" y="2653832"/>
                  <a:ext cx="30960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5847E09-7A53-BF14-68B7-77F7893C1549}"/>
                    </a:ext>
                  </a:extLst>
                </p14:cNvPr>
                <p14:cNvContentPartPr/>
                <p14:nvPr/>
              </p14:nvContentPartPr>
              <p14:xfrm>
                <a:off x="9249120" y="2670752"/>
                <a:ext cx="279000" cy="330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5847E09-7A53-BF14-68B7-77F7893C154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43000" y="2664632"/>
                  <a:ext cx="2912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FB2511C-3289-4CF3-EB94-3CF09DDD5A5C}"/>
                    </a:ext>
                  </a:extLst>
                </p14:cNvPr>
                <p14:cNvContentPartPr/>
                <p14:nvPr/>
              </p14:nvContentPartPr>
              <p14:xfrm>
                <a:off x="9412200" y="2551592"/>
                <a:ext cx="81000" cy="807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FB2511C-3289-4CF3-EB94-3CF09DDD5A5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406080" y="2545472"/>
                  <a:ext cx="93240" cy="81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19D8A33-F575-C678-B33D-856F14701AF8}"/>
                    </a:ext>
                  </a:extLst>
                </p14:cNvPr>
                <p14:cNvContentPartPr/>
                <p14:nvPr/>
              </p14:nvContentPartPr>
              <p14:xfrm>
                <a:off x="4715280" y="3337112"/>
                <a:ext cx="428400" cy="645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19D8A33-F575-C678-B33D-856F14701AF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09160" y="3330992"/>
                  <a:ext cx="440640" cy="65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3B4EAA9-358B-0448-441F-70129482243E}"/>
                    </a:ext>
                  </a:extLst>
                </p14:cNvPr>
                <p14:cNvContentPartPr/>
                <p14:nvPr/>
              </p14:nvContentPartPr>
              <p14:xfrm>
                <a:off x="5454720" y="3360872"/>
                <a:ext cx="576000" cy="636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3B4EAA9-358B-0448-441F-70129482243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48600" y="3354752"/>
                  <a:ext cx="588240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CFECB0E-3FFE-2691-2EB6-D1F99DBA8A9C}"/>
                    </a:ext>
                  </a:extLst>
                </p14:cNvPr>
                <p14:cNvContentPartPr/>
                <p14:nvPr/>
              </p14:nvContentPartPr>
              <p14:xfrm>
                <a:off x="5302080" y="3166472"/>
                <a:ext cx="353880" cy="893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CFECB0E-3FFE-2691-2EB6-D1F99DBA8A9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295960" y="3160352"/>
                  <a:ext cx="366120" cy="90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254A669-B673-1AA4-3847-55E896474757}"/>
                    </a:ext>
                  </a:extLst>
                </p14:cNvPr>
                <p14:cNvContentPartPr/>
                <p14:nvPr/>
              </p14:nvContentPartPr>
              <p14:xfrm>
                <a:off x="6092640" y="3132992"/>
                <a:ext cx="404640" cy="1052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254A669-B673-1AA4-3847-55E89647475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086520" y="3126872"/>
                  <a:ext cx="416880" cy="10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656E88C-ED37-FBAC-A017-40E4D463367B}"/>
                    </a:ext>
                  </a:extLst>
                </p14:cNvPr>
                <p14:cNvContentPartPr/>
                <p14:nvPr/>
              </p14:nvContentPartPr>
              <p14:xfrm>
                <a:off x="4530240" y="4340792"/>
                <a:ext cx="114840" cy="844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656E88C-ED37-FBAC-A017-40E4D463367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24120" y="4334672"/>
                  <a:ext cx="127080" cy="85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45FA7CA-DA8B-F62E-7A40-91F581C712D8}"/>
                    </a:ext>
                  </a:extLst>
                </p14:cNvPr>
                <p14:cNvContentPartPr/>
                <p14:nvPr/>
              </p14:nvContentPartPr>
              <p14:xfrm>
                <a:off x="4476960" y="4393352"/>
                <a:ext cx="396000" cy="307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45FA7CA-DA8B-F62E-7A40-91F581C712D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470840" y="4387232"/>
                  <a:ext cx="40824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9C3D798-5956-BEBE-3F80-25EE29AC8A22}"/>
                    </a:ext>
                  </a:extLst>
                </p14:cNvPr>
                <p14:cNvContentPartPr/>
                <p14:nvPr/>
              </p14:nvContentPartPr>
              <p14:xfrm>
                <a:off x="5113800" y="4480472"/>
                <a:ext cx="467280" cy="726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9C3D798-5956-BEBE-3F80-25EE29AC8A2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107680" y="4474352"/>
                  <a:ext cx="479520" cy="73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ABA3B2F-401E-11C8-1FCF-D0247867E36C}"/>
                    </a:ext>
                  </a:extLst>
                </p14:cNvPr>
                <p14:cNvContentPartPr/>
                <p14:nvPr/>
              </p14:nvContentPartPr>
              <p14:xfrm>
                <a:off x="5576400" y="4714832"/>
                <a:ext cx="96120" cy="269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ABA3B2F-401E-11C8-1FCF-D0247867E36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70280" y="4708712"/>
                  <a:ext cx="1083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3746A00-148A-FA44-655B-6B257EC63E46}"/>
                    </a:ext>
                  </a:extLst>
                </p14:cNvPr>
                <p14:cNvContentPartPr/>
                <p14:nvPr/>
              </p14:nvContentPartPr>
              <p14:xfrm>
                <a:off x="5673240" y="4680272"/>
                <a:ext cx="252000" cy="13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3746A00-148A-FA44-655B-6B257EC63E4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667120" y="4674152"/>
                  <a:ext cx="2642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B68AB02-8F9E-7400-9FEB-1E89F5672150}"/>
                    </a:ext>
                  </a:extLst>
                </p14:cNvPr>
                <p14:cNvContentPartPr/>
                <p14:nvPr/>
              </p14:nvContentPartPr>
              <p14:xfrm>
                <a:off x="5582880" y="4843712"/>
                <a:ext cx="308520" cy="35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B68AB02-8F9E-7400-9FEB-1E89F567215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576760" y="4837592"/>
                  <a:ext cx="3207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D3527D9-3D38-9526-B8B5-7D19F279CF9B}"/>
                    </a:ext>
                  </a:extLst>
                </p14:cNvPr>
                <p14:cNvContentPartPr/>
                <p14:nvPr/>
              </p14:nvContentPartPr>
              <p14:xfrm>
                <a:off x="5535720" y="4971152"/>
                <a:ext cx="358200" cy="39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D3527D9-3D38-9526-B8B5-7D19F279CF9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529600" y="4965032"/>
                  <a:ext cx="3704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CE9FB62-728B-F9FF-E6AC-74BDEF95340F}"/>
                    </a:ext>
                  </a:extLst>
                </p14:cNvPr>
                <p14:cNvContentPartPr/>
                <p14:nvPr/>
              </p14:nvContentPartPr>
              <p14:xfrm>
                <a:off x="5891400" y="4542032"/>
                <a:ext cx="447480" cy="869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CE9FB62-728B-F9FF-E6AC-74BDEF95340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885280" y="4535912"/>
                  <a:ext cx="459720" cy="88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06F0811-DABC-1840-719B-A9BD96AC91C9}"/>
                    </a:ext>
                  </a:extLst>
                </p14:cNvPr>
                <p14:cNvContentPartPr/>
                <p14:nvPr/>
              </p14:nvContentPartPr>
              <p14:xfrm>
                <a:off x="5081760" y="4110392"/>
                <a:ext cx="64800" cy="229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06F0811-DABC-1840-719B-A9BD96AC91C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075640" y="4104272"/>
                  <a:ext cx="770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1F8DAE1-4D27-02BA-3802-E21506FAE365}"/>
                    </a:ext>
                  </a:extLst>
                </p14:cNvPr>
                <p14:cNvContentPartPr/>
                <p14:nvPr/>
              </p14:nvContentPartPr>
              <p14:xfrm>
                <a:off x="4969080" y="4188512"/>
                <a:ext cx="353520" cy="26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1F8DAE1-4D27-02BA-3802-E21506FAE36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962960" y="4182392"/>
                  <a:ext cx="3657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79B5753-F8C5-0851-087E-5E14D16C6D8F}"/>
                    </a:ext>
                  </a:extLst>
                </p14:cNvPr>
                <p14:cNvContentPartPr/>
                <p14:nvPr/>
              </p14:nvContentPartPr>
              <p14:xfrm>
                <a:off x="6817320" y="2826992"/>
                <a:ext cx="41400" cy="488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79B5753-F8C5-0851-087E-5E14D16C6D8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811200" y="2820872"/>
                  <a:ext cx="5364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5084AF5-2495-918E-2F1A-343AF7C78413}"/>
                    </a:ext>
                  </a:extLst>
                </p14:cNvPr>
                <p14:cNvContentPartPr/>
                <p14:nvPr/>
              </p14:nvContentPartPr>
              <p14:xfrm>
                <a:off x="6818040" y="2983952"/>
                <a:ext cx="567000" cy="751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5084AF5-2495-918E-2F1A-343AF7C7841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811920" y="2977832"/>
                  <a:ext cx="579240" cy="76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5841330-2234-BC72-2096-A9C9C5847EA1}"/>
                    </a:ext>
                  </a:extLst>
                </p14:cNvPr>
                <p14:cNvContentPartPr/>
                <p14:nvPr/>
              </p14:nvContentPartPr>
              <p14:xfrm>
                <a:off x="7150320" y="3423152"/>
                <a:ext cx="561240" cy="345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5841330-2234-BC72-2096-A9C9C5847EA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144200" y="3417032"/>
                  <a:ext cx="57348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186A1E8-6CF0-3F4F-4F57-053FF50701B8}"/>
                    </a:ext>
                  </a:extLst>
                </p14:cNvPr>
                <p14:cNvContentPartPr/>
                <p14:nvPr/>
              </p14:nvContentPartPr>
              <p14:xfrm>
                <a:off x="1707120" y="735032"/>
                <a:ext cx="2513160" cy="4592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186A1E8-6CF0-3F4F-4F57-053FF50701B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701000" y="728912"/>
                  <a:ext cx="2525400" cy="46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F0EDA63-359E-0D65-DACF-F264FF91105E}"/>
                    </a:ext>
                  </a:extLst>
                </p14:cNvPr>
                <p14:cNvContentPartPr/>
                <p14:nvPr/>
              </p14:nvContentPartPr>
              <p14:xfrm>
                <a:off x="3710520" y="4872872"/>
                <a:ext cx="408240" cy="410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F0EDA63-359E-0D65-DACF-F264FF91105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704400" y="4866752"/>
                  <a:ext cx="420480" cy="422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36191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Evert, Jeremy</dc:creator>
  <cp:lastModifiedBy>Evert, Jeremy</cp:lastModifiedBy>
  <cp:revision>1</cp:revision>
  <dcterms:created xsi:type="dcterms:W3CDTF">2026-10-20T17:40:54Z</dcterms:created>
  <dcterms:modified xsi:type="dcterms:W3CDTF">2026-10-20T18:57:11Z</dcterms:modified>
</cp:coreProperties>
</file>